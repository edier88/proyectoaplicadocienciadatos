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4"/>
  </p:sldMasterIdLst>
  <p:notesMasterIdLst>
    <p:notesMasterId r:id="rId18"/>
  </p:notesMasterIdLst>
  <p:sldIdLst>
    <p:sldId id="256" r:id="rId5"/>
    <p:sldId id="258" r:id="rId6"/>
    <p:sldId id="259" r:id="rId7"/>
    <p:sldId id="266" r:id="rId8"/>
    <p:sldId id="267" r:id="rId9"/>
    <p:sldId id="268" r:id="rId10"/>
    <p:sldId id="269" r:id="rId11"/>
    <p:sldId id="262" r:id="rId12"/>
    <p:sldId id="265" r:id="rId13"/>
    <p:sldId id="261" r:id="rId14"/>
    <p:sldId id="263" r:id="rId15"/>
    <p:sldId id="264" r:id="rId16"/>
    <p:sldId id="257"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6CF364D-C9CF-2840-9899-B5D4F9DC5F31}" v="84" dt="2023-05-17T19:47:38.619"/>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Estilo claro 1 - Acento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A111915-BE36-4E01-A7E5-04B1672EAD32}" styleName="Estilo claro 2 - Acento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826"/>
    <p:restoredTop sz="96327"/>
  </p:normalViewPr>
  <p:slideViewPr>
    <p:cSldViewPr snapToGrid="0" showGuides="1">
      <p:cViewPr varScale="1">
        <p:scale>
          <a:sx n="77" d="100"/>
          <a:sy n="77" d="100"/>
        </p:scale>
        <p:origin x="120" y="690"/>
      </p:cViewPr>
      <p:guideLst/>
    </p:cSldViewPr>
  </p:slid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382AE5-EDFF-4F6C-9D7F-3216A1BE77E0}" type="datetimeFigureOut">
              <a:rPr lang="es-CO" smtClean="0"/>
              <a:t>19/01/2026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320F94-21AE-46E6-A3D1-699A18724AB5}" type="slidenum">
              <a:rPr lang="es-CO" smtClean="0"/>
              <a:t>‹Nº›</a:t>
            </a:fld>
            <a:endParaRPr lang="es-CO"/>
          </a:p>
        </p:txBody>
      </p:sp>
    </p:spTree>
    <p:extLst>
      <p:ext uri="{BB962C8B-B14F-4D97-AF65-F5344CB8AC3E}">
        <p14:creationId xmlns:p14="http://schemas.microsoft.com/office/powerpoint/2010/main" val="5954504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MX"/>
              <a:t>Haz clic para modificar el estilo de título del patrón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MX"/>
              <a:t>Haz clic para editar el estilo de subtítulo del patrón</a:t>
            </a:r>
            <a:endParaRPr lang="en-US" dirty="0"/>
          </a:p>
        </p:txBody>
      </p:sp>
      <p:sp>
        <p:nvSpPr>
          <p:cNvPr id="4" name="Date Placeholder 3"/>
          <p:cNvSpPr>
            <a:spLocks noGrp="1"/>
          </p:cNvSpPr>
          <p:nvPr>
            <p:ph type="dt" sz="half" idx="10"/>
          </p:nvPr>
        </p:nvSpPr>
        <p:spPr/>
        <p:txBody>
          <a:bodyPr/>
          <a:lstStyle/>
          <a:p>
            <a:fld id="{FE193E6D-A32A-2C40-8594-F3974821ADD7}" type="datetimeFigureOut">
              <a:rPr lang="es-CO" smtClean="0"/>
              <a:t>19/01/2026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986B612A-2F79-5C4F-837E-C7C9977313EA}" type="slidenum">
              <a:rPr lang="es-CO" smtClean="0"/>
              <a:t>‹Nº›</a:t>
            </a:fld>
            <a:endParaRPr lang="es-CO"/>
          </a:p>
        </p:txBody>
      </p:sp>
    </p:spTree>
    <p:extLst>
      <p:ext uri="{BB962C8B-B14F-4D97-AF65-F5344CB8AC3E}">
        <p14:creationId xmlns:p14="http://schemas.microsoft.com/office/powerpoint/2010/main" val="2046431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FE193E6D-A32A-2C40-8594-F3974821ADD7}" type="datetimeFigureOut">
              <a:rPr lang="es-CO" smtClean="0"/>
              <a:t>19/01/2026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986B612A-2F79-5C4F-837E-C7C9977313EA}" type="slidenum">
              <a:rPr lang="es-CO" smtClean="0"/>
              <a:t>‹Nº›</a:t>
            </a:fld>
            <a:endParaRPr lang="es-CO"/>
          </a:p>
        </p:txBody>
      </p:sp>
    </p:spTree>
    <p:extLst>
      <p:ext uri="{BB962C8B-B14F-4D97-AF65-F5344CB8AC3E}">
        <p14:creationId xmlns:p14="http://schemas.microsoft.com/office/powerpoint/2010/main" val="21335422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MX"/>
              <a:t>Haz clic para modificar el estilo de título del patrón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p>
            <a:fld id="{FE193E6D-A32A-2C40-8594-F3974821ADD7}" type="datetimeFigureOut">
              <a:rPr lang="es-CO" smtClean="0"/>
              <a:t>19/01/2026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986B612A-2F79-5C4F-837E-C7C9977313EA}" type="slidenum">
              <a:rPr lang="es-CO" smtClean="0"/>
              <a:t>‹Nº›</a:t>
            </a:fld>
            <a:endParaRPr lang="es-CO"/>
          </a:p>
        </p:txBody>
      </p:sp>
    </p:spTree>
    <p:extLst>
      <p:ext uri="{BB962C8B-B14F-4D97-AF65-F5344CB8AC3E}">
        <p14:creationId xmlns:p14="http://schemas.microsoft.com/office/powerpoint/2010/main" val="2993507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Date Placeholder 4"/>
          <p:cNvSpPr>
            <a:spLocks noGrp="1"/>
          </p:cNvSpPr>
          <p:nvPr>
            <p:ph type="dt" sz="half" idx="10"/>
          </p:nvPr>
        </p:nvSpPr>
        <p:spPr/>
        <p:txBody>
          <a:bodyPr/>
          <a:lstStyle/>
          <a:p>
            <a:fld id="{FE193E6D-A32A-2C40-8594-F3974821ADD7}" type="datetimeFigureOut">
              <a:rPr lang="es-CO" smtClean="0"/>
              <a:t>19/01/2026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986B612A-2F79-5C4F-837E-C7C9977313EA}" type="slidenum">
              <a:rPr lang="es-CO" smtClean="0"/>
              <a:t>‹Nº›</a:t>
            </a:fld>
            <a:endParaRPr lang="es-CO"/>
          </a:p>
        </p:txBody>
      </p:sp>
    </p:spTree>
    <p:extLst>
      <p:ext uri="{BB962C8B-B14F-4D97-AF65-F5344CB8AC3E}">
        <p14:creationId xmlns:p14="http://schemas.microsoft.com/office/powerpoint/2010/main" val="9169702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7" name="Date Placeholder 6"/>
          <p:cNvSpPr>
            <a:spLocks noGrp="1"/>
          </p:cNvSpPr>
          <p:nvPr>
            <p:ph type="dt" sz="half" idx="10"/>
          </p:nvPr>
        </p:nvSpPr>
        <p:spPr/>
        <p:txBody>
          <a:bodyPr/>
          <a:lstStyle/>
          <a:p>
            <a:fld id="{FE193E6D-A32A-2C40-8594-F3974821ADD7}" type="datetimeFigureOut">
              <a:rPr lang="es-CO" smtClean="0"/>
              <a:t>19/01/2026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986B612A-2F79-5C4F-837E-C7C9977313EA}" type="slidenum">
              <a:rPr lang="es-CO" smtClean="0"/>
              <a:t>‹Nº›</a:t>
            </a:fld>
            <a:endParaRPr lang="es-CO"/>
          </a:p>
        </p:txBody>
      </p:sp>
    </p:spTree>
    <p:extLst>
      <p:ext uri="{BB962C8B-B14F-4D97-AF65-F5344CB8AC3E}">
        <p14:creationId xmlns:p14="http://schemas.microsoft.com/office/powerpoint/2010/main" val="8489190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Date Placeholder 2"/>
          <p:cNvSpPr>
            <a:spLocks noGrp="1"/>
          </p:cNvSpPr>
          <p:nvPr>
            <p:ph type="dt" sz="half" idx="10"/>
          </p:nvPr>
        </p:nvSpPr>
        <p:spPr/>
        <p:txBody>
          <a:bodyPr/>
          <a:lstStyle/>
          <a:p>
            <a:fld id="{FE193E6D-A32A-2C40-8594-F3974821ADD7}" type="datetimeFigureOut">
              <a:rPr lang="es-CO" smtClean="0"/>
              <a:t>19/01/2026</a:t>
            </a:fld>
            <a:endParaRPr lang="es-CO"/>
          </a:p>
        </p:txBody>
      </p:sp>
      <p:sp>
        <p:nvSpPr>
          <p:cNvPr id="4" name="Footer Placeholder 3"/>
          <p:cNvSpPr>
            <a:spLocks noGrp="1"/>
          </p:cNvSpPr>
          <p:nvPr>
            <p:ph type="ftr" sz="quarter" idx="11"/>
          </p:nvPr>
        </p:nvSpPr>
        <p:spPr/>
        <p:txBody>
          <a:bodyPr/>
          <a:lstStyle/>
          <a:p>
            <a:endParaRPr lang="es-CO"/>
          </a:p>
        </p:txBody>
      </p:sp>
      <p:sp>
        <p:nvSpPr>
          <p:cNvPr id="5" name="Slide Number Placeholder 4"/>
          <p:cNvSpPr>
            <a:spLocks noGrp="1"/>
          </p:cNvSpPr>
          <p:nvPr>
            <p:ph type="sldNum" sz="quarter" idx="12"/>
          </p:nvPr>
        </p:nvSpPr>
        <p:spPr/>
        <p:txBody>
          <a:bodyPr/>
          <a:lstStyle/>
          <a:p>
            <a:fld id="{986B612A-2F79-5C4F-837E-C7C9977313EA}" type="slidenum">
              <a:rPr lang="es-CO" smtClean="0"/>
              <a:t>‹Nº›</a:t>
            </a:fld>
            <a:endParaRPr lang="es-CO"/>
          </a:p>
        </p:txBody>
      </p:sp>
    </p:spTree>
    <p:extLst>
      <p:ext uri="{BB962C8B-B14F-4D97-AF65-F5344CB8AC3E}">
        <p14:creationId xmlns:p14="http://schemas.microsoft.com/office/powerpoint/2010/main" val="27350989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E193E6D-A32A-2C40-8594-F3974821ADD7}" type="datetimeFigureOut">
              <a:rPr lang="es-CO" smtClean="0"/>
              <a:t>19/01/2026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986B612A-2F79-5C4F-837E-C7C9977313EA}" type="slidenum">
              <a:rPr lang="es-CO" smtClean="0"/>
              <a:t>‹Nº›</a:t>
            </a:fld>
            <a:endParaRPr lang="es-CO"/>
          </a:p>
        </p:txBody>
      </p:sp>
    </p:spTree>
    <p:extLst>
      <p:ext uri="{BB962C8B-B14F-4D97-AF65-F5344CB8AC3E}">
        <p14:creationId xmlns:p14="http://schemas.microsoft.com/office/powerpoint/2010/main" val="38194817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FE193E6D-A32A-2C40-8594-F3974821ADD7}" type="datetimeFigureOut">
              <a:rPr lang="es-CO" smtClean="0"/>
              <a:t>19/01/2026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986B612A-2F79-5C4F-837E-C7C9977313EA}" type="slidenum">
              <a:rPr lang="es-CO" smtClean="0"/>
              <a:t>‹Nº›</a:t>
            </a:fld>
            <a:endParaRPr lang="es-CO"/>
          </a:p>
        </p:txBody>
      </p:sp>
    </p:spTree>
    <p:extLst>
      <p:ext uri="{BB962C8B-B14F-4D97-AF65-F5344CB8AC3E}">
        <p14:creationId xmlns:p14="http://schemas.microsoft.com/office/powerpoint/2010/main" val="32391709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MX"/>
              <a:t>Haz clic en el icono para agregar una imagen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FE193E6D-A32A-2C40-8594-F3974821ADD7}" type="datetimeFigureOut">
              <a:rPr lang="es-CO" smtClean="0"/>
              <a:t>19/01/2026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986B612A-2F79-5C4F-837E-C7C9977313EA}" type="slidenum">
              <a:rPr lang="es-CO" smtClean="0"/>
              <a:t>‹Nº›</a:t>
            </a:fld>
            <a:endParaRPr lang="es-CO"/>
          </a:p>
        </p:txBody>
      </p:sp>
    </p:spTree>
    <p:extLst>
      <p:ext uri="{BB962C8B-B14F-4D97-AF65-F5344CB8AC3E}">
        <p14:creationId xmlns:p14="http://schemas.microsoft.com/office/powerpoint/2010/main" val="33378657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FE193E6D-A32A-2C40-8594-F3974821ADD7}" type="datetimeFigureOut">
              <a:rPr lang="es-CO" smtClean="0"/>
              <a:t>19/01/2026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986B612A-2F79-5C4F-837E-C7C9977313EA}" type="slidenum">
              <a:rPr lang="es-CO" smtClean="0"/>
              <a:t>‹Nº›</a:t>
            </a:fld>
            <a:endParaRPr lang="es-CO"/>
          </a:p>
        </p:txBody>
      </p:sp>
    </p:spTree>
    <p:extLst>
      <p:ext uri="{BB962C8B-B14F-4D97-AF65-F5344CB8AC3E}">
        <p14:creationId xmlns:p14="http://schemas.microsoft.com/office/powerpoint/2010/main" val="25309877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FE193E6D-A32A-2C40-8594-F3974821ADD7}" type="datetimeFigureOut">
              <a:rPr lang="es-CO" smtClean="0"/>
              <a:t>19/01/2026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986B612A-2F79-5C4F-837E-C7C9977313EA}" type="slidenum">
              <a:rPr lang="es-CO" smtClean="0"/>
              <a:t>‹Nº›</a:t>
            </a:fld>
            <a:endParaRPr lang="es-CO"/>
          </a:p>
        </p:txBody>
      </p:sp>
    </p:spTree>
    <p:extLst>
      <p:ext uri="{BB962C8B-B14F-4D97-AF65-F5344CB8AC3E}">
        <p14:creationId xmlns:p14="http://schemas.microsoft.com/office/powerpoint/2010/main" val="42785489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E193E6D-A32A-2C40-8594-F3974821ADD7}" type="datetimeFigureOut">
              <a:rPr lang="es-CO" smtClean="0"/>
              <a:t>19/01/2026</a:t>
            </a:fld>
            <a:endParaRPr lang="es-CO"/>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86B612A-2F79-5C4F-837E-C7C9977313EA}" type="slidenum">
              <a:rPr lang="es-CO" smtClean="0"/>
              <a:t>‹Nº›</a:t>
            </a:fld>
            <a:endParaRPr lang="es-CO"/>
          </a:p>
        </p:txBody>
      </p:sp>
    </p:spTree>
    <p:extLst>
      <p:ext uri="{BB962C8B-B14F-4D97-AF65-F5344CB8AC3E}">
        <p14:creationId xmlns:p14="http://schemas.microsoft.com/office/powerpoint/2010/main" val="209063078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9.png"/><Relationship Id="rId7" Type="http://schemas.openxmlformats.org/officeDocument/2006/relationships/image" Target="../media/image11.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svg"/><Relationship Id="rId5" Type="http://schemas.openxmlformats.org/officeDocument/2006/relationships/image" Target="../media/image21.png"/><Relationship Id="rId4" Type="http://schemas.openxmlformats.org/officeDocument/2006/relationships/image" Target="../media/image20.png"/></Relationships>
</file>

<file path=ppt/slides/_rels/slide5.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11.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svg"/><Relationship Id="rId5" Type="http://schemas.openxmlformats.org/officeDocument/2006/relationships/image" Target="../media/image21.png"/><Relationship Id="rId4" Type="http://schemas.openxmlformats.org/officeDocument/2006/relationships/image" Target="../media/image20.png"/></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11.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svg"/><Relationship Id="rId5" Type="http://schemas.openxmlformats.org/officeDocument/2006/relationships/image" Target="../media/image21.png"/><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11.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svg"/><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19.png"/><Relationship Id="rId7" Type="http://schemas.openxmlformats.org/officeDocument/2006/relationships/image" Target="../media/image11.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svg"/><Relationship Id="rId5" Type="http://schemas.openxmlformats.org/officeDocument/2006/relationships/image" Target="../media/image21.png"/><Relationship Id="rId4" Type="http://schemas.openxmlformats.org/officeDocument/2006/relationships/image" Target="../media/image20.png"/><Relationship Id="rId9" Type="http://schemas.openxmlformats.org/officeDocument/2006/relationships/image" Target="../media/image26.jpeg"/></Relationships>
</file>

<file path=ppt/slides/_rels/slide9.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19.png"/><Relationship Id="rId7" Type="http://schemas.openxmlformats.org/officeDocument/2006/relationships/image" Target="../media/image11.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svg"/><Relationship Id="rId5" Type="http://schemas.openxmlformats.org/officeDocument/2006/relationships/image" Target="../media/image21.png"/><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11.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svg"/><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11.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svg"/><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11.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svg"/><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2.png"/><Relationship Id="rId2"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31.png"/><Relationship Id="rId4"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D924A07-B53C-9A2F-5D3D-8EB4DD58B48E}"/>
              </a:ext>
            </a:extLst>
          </p:cNvPr>
          <p:cNvSpPr txBox="1">
            <a:spLocks/>
          </p:cNvSpPr>
          <p:nvPr/>
        </p:nvSpPr>
        <p:spPr>
          <a:xfrm>
            <a:off x="2182840" y="287267"/>
            <a:ext cx="4557805" cy="3149175"/>
          </a:xfrm>
          <a:prstGeom prst="rect">
            <a:avLst/>
          </a:prstGeom>
        </p:spPr>
        <p:txBody>
          <a:bodyPr vert="horz" lIns="68580" tIns="34290" rIns="68580" bIns="3429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CO" sz="4000" b="1" dirty="0">
                <a:solidFill>
                  <a:schemeClr val="bg1"/>
                </a:solidFill>
              </a:rPr>
              <a:t>PREDICCIÓN DEL TRÁFICO DE DATOS DE LAS ZONAS WIFI PÚBLICAS DE SANTIAGO DE CALI</a:t>
            </a:r>
            <a:endParaRPr lang="es-CO" sz="4000" dirty="0">
              <a:solidFill>
                <a:schemeClr val="bg1"/>
              </a:solidFill>
            </a:endParaRPr>
          </a:p>
          <a:p>
            <a:pPr algn="ctr">
              <a:lnSpc>
                <a:spcPct val="110000"/>
              </a:lnSpc>
            </a:pPr>
            <a:endParaRPr lang="es-CO" sz="3750" b="1" dirty="0">
              <a:solidFill>
                <a:schemeClr val="bg1"/>
              </a:solidFill>
              <a:latin typeface="Futura Std Book" panose="020B0502020204020303" pitchFamily="34" charset="77"/>
            </a:endParaRPr>
          </a:p>
        </p:txBody>
      </p:sp>
      <p:pic>
        <p:nvPicPr>
          <p:cNvPr id="4" name="Gráfico 3">
            <a:extLst>
              <a:ext uri="{FF2B5EF4-FFF2-40B4-BE49-F238E27FC236}">
                <a16:creationId xmlns:a16="http://schemas.microsoft.com/office/drawing/2014/main" id="{4E11D0FD-4239-1FAF-7E8D-59995F71C84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37680" y="5595957"/>
            <a:ext cx="3948950" cy="987723"/>
          </a:xfrm>
          <a:prstGeom prst="rect">
            <a:avLst/>
          </a:prstGeom>
        </p:spPr>
      </p:pic>
      <p:pic>
        <p:nvPicPr>
          <p:cNvPr id="11" name="Imagen 10">
            <a:extLst>
              <a:ext uri="{FF2B5EF4-FFF2-40B4-BE49-F238E27FC236}">
                <a16:creationId xmlns:a16="http://schemas.microsoft.com/office/drawing/2014/main" id="{632BA0E8-E3D1-7DFA-40BD-08F074BFB4F7}"/>
              </a:ext>
            </a:extLst>
          </p:cNvPr>
          <p:cNvPicPr>
            <a:picLocks noChangeAspect="1"/>
          </p:cNvPicPr>
          <p:nvPr/>
        </p:nvPicPr>
        <p:blipFill>
          <a:blip r:embed="rId5"/>
          <a:stretch>
            <a:fillRect/>
          </a:stretch>
        </p:blipFill>
        <p:spPr>
          <a:xfrm rot="11094296">
            <a:off x="-30345" y="-338294"/>
            <a:ext cx="2763632" cy="2446966"/>
          </a:xfrm>
          <a:prstGeom prst="rect">
            <a:avLst/>
          </a:prstGeom>
        </p:spPr>
      </p:pic>
      <p:pic>
        <p:nvPicPr>
          <p:cNvPr id="15" name="Imagen 14">
            <a:extLst>
              <a:ext uri="{FF2B5EF4-FFF2-40B4-BE49-F238E27FC236}">
                <a16:creationId xmlns:a16="http://schemas.microsoft.com/office/drawing/2014/main" id="{C61361EA-0889-D36E-BF7C-448DB337A175}"/>
              </a:ext>
            </a:extLst>
          </p:cNvPr>
          <p:cNvPicPr>
            <a:picLocks noChangeAspect="1"/>
          </p:cNvPicPr>
          <p:nvPr/>
        </p:nvPicPr>
        <p:blipFill>
          <a:blip r:embed="rId6"/>
          <a:stretch>
            <a:fillRect/>
          </a:stretch>
        </p:blipFill>
        <p:spPr>
          <a:xfrm rot="5643488">
            <a:off x="5555780" y="-278292"/>
            <a:ext cx="4844767" cy="2425217"/>
          </a:xfrm>
          <a:prstGeom prst="rect">
            <a:avLst/>
          </a:prstGeom>
        </p:spPr>
      </p:pic>
      <p:pic>
        <p:nvPicPr>
          <p:cNvPr id="13" name="Imagen 12">
            <a:extLst>
              <a:ext uri="{FF2B5EF4-FFF2-40B4-BE49-F238E27FC236}">
                <a16:creationId xmlns:a16="http://schemas.microsoft.com/office/drawing/2014/main" id="{3A350299-425F-15DD-E175-E7DBA8F917D3}"/>
              </a:ext>
            </a:extLst>
          </p:cNvPr>
          <p:cNvPicPr>
            <a:picLocks noChangeAspect="1"/>
          </p:cNvPicPr>
          <p:nvPr/>
        </p:nvPicPr>
        <p:blipFill>
          <a:blip r:embed="rId7"/>
          <a:stretch>
            <a:fillRect/>
          </a:stretch>
        </p:blipFill>
        <p:spPr>
          <a:xfrm>
            <a:off x="6750118" y="-114540"/>
            <a:ext cx="5624762" cy="7079220"/>
          </a:xfrm>
          <a:prstGeom prst="rect">
            <a:avLst/>
          </a:prstGeom>
        </p:spPr>
      </p:pic>
      <p:pic>
        <p:nvPicPr>
          <p:cNvPr id="8" name="Imagen 7">
            <a:extLst>
              <a:ext uri="{FF2B5EF4-FFF2-40B4-BE49-F238E27FC236}">
                <a16:creationId xmlns:a16="http://schemas.microsoft.com/office/drawing/2014/main" id="{258F7CCC-B319-41E8-D38C-E2434026D217}"/>
              </a:ext>
            </a:extLst>
          </p:cNvPr>
          <p:cNvPicPr>
            <a:picLocks noChangeAspect="1"/>
          </p:cNvPicPr>
          <p:nvPr/>
        </p:nvPicPr>
        <p:blipFill>
          <a:blip r:embed="rId8"/>
          <a:stretch>
            <a:fillRect/>
          </a:stretch>
        </p:blipFill>
        <p:spPr>
          <a:xfrm>
            <a:off x="6342787" y="-674772"/>
            <a:ext cx="2072578" cy="8207543"/>
          </a:xfrm>
          <a:prstGeom prst="rect">
            <a:avLst/>
          </a:prstGeom>
        </p:spPr>
      </p:pic>
      <p:sp>
        <p:nvSpPr>
          <p:cNvPr id="5" name="CuadroTexto 4">
            <a:extLst>
              <a:ext uri="{FF2B5EF4-FFF2-40B4-BE49-F238E27FC236}">
                <a16:creationId xmlns:a16="http://schemas.microsoft.com/office/drawing/2014/main" id="{BE6EEB87-DCEF-B0B1-FEB8-1ECB2596069A}"/>
              </a:ext>
            </a:extLst>
          </p:cNvPr>
          <p:cNvSpPr txBox="1"/>
          <p:nvPr/>
        </p:nvSpPr>
        <p:spPr>
          <a:xfrm>
            <a:off x="1508070" y="3115378"/>
            <a:ext cx="6159486" cy="2585323"/>
          </a:xfrm>
          <a:prstGeom prst="rect">
            <a:avLst/>
          </a:prstGeom>
          <a:noFill/>
        </p:spPr>
        <p:txBody>
          <a:bodyPr wrap="square" rtlCol="0">
            <a:spAutoFit/>
          </a:bodyPr>
          <a:lstStyle/>
          <a:p>
            <a:pPr algn="ctr"/>
            <a:r>
              <a:rPr lang="es-CO" b="1" dirty="0">
                <a:solidFill>
                  <a:schemeClr val="bg1"/>
                </a:solidFill>
                <a:latin typeface="Arial Black" panose="020B0A04020102020204" pitchFamily="34" charset="0"/>
              </a:rPr>
              <a:t>Diego Luis Linares Ospina</a:t>
            </a:r>
          </a:p>
          <a:p>
            <a:pPr algn="ctr"/>
            <a:r>
              <a:rPr lang="es-CO" b="1" dirty="0">
                <a:solidFill>
                  <a:schemeClr val="bg1"/>
                </a:solidFill>
                <a:latin typeface="Arial Black" panose="020B0A04020102020204" pitchFamily="34" charset="0"/>
              </a:rPr>
              <a:t>Director</a:t>
            </a:r>
          </a:p>
          <a:p>
            <a:pPr algn="ctr"/>
            <a:endParaRPr lang="es-CO" b="1" dirty="0">
              <a:solidFill>
                <a:schemeClr val="bg1"/>
              </a:solidFill>
              <a:latin typeface="Arial Black" panose="020B0A04020102020204" pitchFamily="34" charset="0"/>
            </a:endParaRPr>
          </a:p>
          <a:p>
            <a:pPr algn="ctr"/>
            <a:r>
              <a:rPr lang="es-CO" b="1" dirty="0">
                <a:solidFill>
                  <a:schemeClr val="bg1"/>
                </a:solidFill>
                <a:latin typeface="Arial Black" panose="020B0A04020102020204" pitchFamily="34" charset="0"/>
              </a:rPr>
              <a:t>Gloria Inés Álvarez Vargas</a:t>
            </a:r>
          </a:p>
          <a:p>
            <a:pPr algn="ctr"/>
            <a:r>
              <a:rPr lang="es-CO" b="1" dirty="0">
                <a:solidFill>
                  <a:schemeClr val="bg1"/>
                </a:solidFill>
                <a:latin typeface="Arial Black" panose="020B0A04020102020204" pitchFamily="34" charset="0"/>
              </a:rPr>
              <a:t>Codirectora</a:t>
            </a:r>
          </a:p>
          <a:p>
            <a:pPr algn="ctr"/>
            <a:endParaRPr lang="es-CO" b="1" dirty="0">
              <a:solidFill>
                <a:schemeClr val="bg1"/>
              </a:solidFill>
              <a:latin typeface="Arial Black" panose="020B0A04020102020204" pitchFamily="34" charset="0"/>
            </a:endParaRPr>
          </a:p>
          <a:p>
            <a:pPr algn="ctr"/>
            <a:r>
              <a:rPr lang="es-CO" b="1" dirty="0">
                <a:solidFill>
                  <a:schemeClr val="bg1"/>
                </a:solidFill>
                <a:latin typeface="Arial Black" panose="020B0A04020102020204" pitchFamily="34" charset="0"/>
              </a:rPr>
              <a:t>Estudiantes.</a:t>
            </a:r>
          </a:p>
          <a:p>
            <a:pPr algn="ctr"/>
            <a:r>
              <a:rPr lang="es-CO" b="1" dirty="0">
                <a:solidFill>
                  <a:schemeClr val="bg1"/>
                </a:solidFill>
                <a:latin typeface="Arial Black" panose="020B0A04020102020204" pitchFamily="34" charset="0"/>
              </a:rPr>
              <a:t>Paulo Andrés Martínez Méndez</a:t>
            </a:r>
          </a:p>
          <a:p>
            <a:pPr algn="ctr"/>
            <a:r>
              <a:rPr lang="es-CO" b="1" dirty="0">
                <a:solidFill>
                  <a:schemeClr val="bg1"/>
                </a:solidFill>
                <a:latin typeface="Arial Black" panose="020B0A04020102020204" pitchFamily="34" charset="0"/>
              </a:rPr>
              <a:t>Edier Guzmán Morales</a:t>
            </a:r>
          </a:p>
        </p:txBody>
      </p:sp>
    </p:spTree>
    <p:extLst>
      <p:ext uri="{BB962C8B-B14F-4D97-AF65-F5344CB8AC3E}">
        <p14:creationId xmlns:p14="http://schemas.microsoft.com/office/powerpoint/2010/main" val="19107271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1000" b="-1000"/>
          </a:stretch>
        </a:blipFill>
        <a:effectLst/>
      </p:bgPr>
    </p:bg>
    <p:spTree>
      <p:nvGrpSpPr>
        <p:cNvPr id="1" name=""/>
        <p:cNvGrpSpPr/>
        <p:nvPr/>
      </p:nvGrpSpPr>
      <p:grpSpPr>
        <a:xfrm>
          <a:off x="0" y="0"/>
          <a:ext cx="0" cy="0"/>
          <a:chOff x="0" y="0"/>
          <a:chExt cx="0" cy="0"/>
        </a:xfrm>
      </p:grpSpPr>
      <p:pic>
        <p:nvPicPr>
          <p:cNvPr id="7" name="Imagen 6">
            <a:extLst>
              <a:ext uri="{FF2B5EF4-FFF2-40B4-BE49-F238E27FC236}">
                <a16:creationId xmlns:a16="http://schemas.microsoft.com/office/drawing/2014/main" id="{178EAA2F-25A2-7D54-5A99-D82AC6D40346}"/>
              </a:ext>
            </a:extLst>
          </p:cNvPr>
          <p:cNvPicPr>
            <a:picLocks noChangeAspect="1"/>
          </p:cNvPicPr>
          <p:nvPr/>
        </p:nvPicPr>
        <p:blipFill>
          <a:blip r:embed="rId3"/>
          <a:stretch>
            <a:fillRect/>
          </a:stretch>
        </p:blipFill>
        <p:spPr>
          <a:xfrm>
            <a:off x="-30480" y="-15240"/>
            <a:ext cx="1797101" cy="1721698"/>
          </a:xfrm>
          <a:prstGeom prst="rect">
            <a:avLst/>
          </a:prstGeom>
        </p:spPr>
      </p:pic>
      <p:pic>
        <p:nvPicPr>
          <p:cNvPr id="9" name="Imagen 8">
            <a:extLst>
              <a:ext uri="{FF2B5EF4-FFF2-40B4-BE49-F238E27FC236}">
                <a16:creationId xmlns:a16="http://schemas.microsoft.com/office/drawing/2014/main" id="{60C91431-831C-56E3-B3FB-378F67D3B2C1}"/>
              </a:ext>
            </a:extLst>
          </p:cNvPr>
          <p:cNvPicPr>
            <a:picLocks noChangeAspect="1"/>
          </p:cNvPicPr>
          <p:nvPr/>
        </p:nvPicPr>
        <p:blipFill>
          <a:blip r:embed="rId4"/>
          <a:stretch>
            <a:fillRect/>
          </a:stretch>
        </p:blipFill>
        <p:spPr>
          <a:xfrm>
            <a:off x="-127655" y="4962787"/>
            <a:ext cx="1894276" cy="2029225"/>
          </a:xfrm>
          <a:prstGeom prst="rect">
            <a:avLst/>
          </a:prstGeom>
        </p:spPr>
      </p:pic>
      <p:pic>
        <p:nvPicPr>
          <p:cNvPr id="11" name="Imagen 10">
            <a:extLst>
              <a:ext uri="{FF2B5EF4-FFF2-40B4-BE49-F238E27FC236}">
                <a16:creationId xmlns:a16="http://schemas.microsoft.com/office/drawing/2014/main" id="{E2D5BCB0-76B2-2938-01D0-C06DEC0D6A89}"/>
              </a:ext>
            </a:extLst>
          </p:cNvPr>
          <p:cNvPicPr>
            <a:picLocks noChangeAspect="1"/>
          </p:cNvPicPr>
          <p:nvPr/>
        </p:nvPicPr>
        <p:blipFill>
          <a:blip r:embed="rId5"/>
          <a:stretch>
            <a:fillRect/>
          </a:stretch>
        </p:blipFill>
        <p:spPr>
          <a:xfrm>
            <a:off x="346575" y="5484710"/>
            <a:ext cx="1051200" cy="1126087"/>
          </a:xfrm>
          <a:prstGeom prst="rect">
            <a:avLst/>
          </a:prstGeom>
        </p:spPr>
      </p:pic>
      <p:sp>
        <p:nvSpPr>
          <p:cNvPr id="4" name="Título 1">
            <a:extLst>
              <a:ext uri="{FF2B5EF4-FFF2-40B4-BE49-F238E27FC236}">
                <a16:creationId xmlns:a16="http://schemas.microsoft.com/office/drawing/2014/main" id="{773B0164-1916-89AF-B435-AC39C43FF4A2}"/>
              </a:ext>
            </a:extLst>
          </p:cNvPr>
          <p:cNvSpPr txBox="1">
            <a:spLocks/>
          </p:cNvSpPr>
          <p:nvPr/>
        </p:nvSpPr>
        <p:spPr>
          <a:xfrm>
            <a:off x="2778493" y="-15240"/>
            <a:ext cx="6392357" cy="768643"/>
          </a:xfrm>
          <a:prstGeom prst="rect">
            <a:avLst/>
          </a:prstGeom>
        </p:spPr>
        <p:txBody>
          <a:bodyPr vert="horz" lIns="68580" tIns="34290" rIns="68580" bIns="34290" rtlCol="0" anchor="ctr">
            <a:normAutofit fontScale="47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10000"/>
              </a:lnSpc>
            </a:pPr>
            <a:endParaRPr lang="es-CO" sz="3750" b="1" dirty="0">
              <a:solidFill>
                <a:srgbClr val="7030A0"/>
              </a:solidFill>
              <a:latin typeface="+mn-lt"/>
            </a:endParaRPr>
          </a:p>
          <a:p>
            <a:pPr algn="ctr">
              <a:lnSpc>
                <a:spcPct val="110000"/>
              </a:lnSpc>
            </a:pPr>
            <a:r>
              <a:rPr lang="es-CO" sz="6825" b="1" dirty="0">
                <a:solidFill>
                  <a:schemeClr val="accent1">
                    <a:lumMod val="75000"/>
                  </a:schemeClr>
                </a:solidFill>
                <a:latin typeface="+mn-lt"/>
              </a:rPr>
              <a:t>Contenido de la presentación.</a:t>
            </a:r>
          </a:p>
          <a:p>
            <a:pPr>
              <a:lnSpc>
                <a:spcPct val="110000"/>
              </a:lnSpc>
            </a:pPr>
            <a:endParaRPr lang="es-CO" sz="3750" b="1" dirty="0">
              <a:solidFill>
                <a:schemeClr val="bg1"/>
              </a:solidFill>
              <a:latin typeface="Futura Std Book" panose="020B0502020204020303" pitchFamily="34" charset="77"/>
            </a:endParaRPr>
          </a:p>
        </p:txBody>
      </p:sp>
      <p:pic>
        <p:nvPicPr>
          <p:cNvPr id="8" name="Imagen 7" descr="Diagrama, Escala de tiempo&#10;&#10;El contenido generado por IA puede ser incorrecto.">
            <a:extLst>
              <a:ext uri="{FF2B5EF4-FFF2-40B4-BE49-F238E27FC236}">
                <a16:creationId xmlns:a16="http://schemas.microsoft.com/office/drawing/2014/main" id="{3410BCF7-F4B8-A472-CB38-D694F9A94DC1}"/>
              </a:ext>
            </a:extLst>
          </p:cNvPr>
          <p:cNvPicPr>
            <a:picLocks noChangeAspect="1"/>
          </p:cNvPicPr>
          <p:nvPr/>
        </p:nvPicPr>
        <p:blipFill>
          <a:blip r:embed="rId6"/>
          <a:stretch>
            <a:fillRect/>
          </a:stretch>
        </p:blipFill>
        <p:spPr>
          <a:xfrm>
            <a:off x="2240851" y="542980"/>
            <a:ext cx="8105643" cy="6315020"/>
          </a:xfrm>
          <a:prstGeom prst="rect">
            <a:avLst/>
          </a:prstGeom>
        </p:spPr>
      </p:pic>
    </p:spTree>
    <p:extLst>
      <p:ext uri="{BB962C8B-B14F-4D97-AF65-F5344CB8AC3E}">
        <p14:creationId xmlns:p14="http://schemas.microsoft.com/office/powerpoint/2010/main" val="31906237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8" name="Imagen 17" descr="Un grupo de personas caminando en la banqueta de una calle&#10;&#10;El contenido generado por IA puede ser incorrecto.">
            <a:extLst>
              <a:ext uri="{FF2B5EF4-FFF2-40B4-BE49-F238E27FC236}">
                <a16:creationId xmlns:a16="http://schemas.microsoft.com/office/drawing/2014/main" id="{0AA340ED-C4F1-17D1-6068-BD6F1BB849CE}"/>
              </a:ext>
            </a:extLst>
          </p:cNvPr>
          <p:cNvPicPr>
            <a:picLocks noChangeAspect="1"/>
          </p:cNvPicPr>
          <p:nvPr/>
        </p:nvPicPr>
        <p:blipFill>
          <a:blip r:embed="rId3"/>
          <a:stretch>
            <a:fillRect/>
          </a:stretch>
        </p:blipFill>
        <p:spPr>
          <a:xfrm>
            <a:off x="6095999" y="-3865"/>
            <a:ext cx="6094331" cy="6858000"/>
          </a:xfrm>
          <a:prstGeom prst="rect">
            <a:avLst/>
          </a:prstGeom>
        </p:spPr>
      </p:pic>
      <p:sp>
        <p:nvSpPr>
          <p:cNvPr id="7" name="CuadroTexto 6">
            <a:extLst>
              <a:ext uri="{FF2B5EF4-FFF2-40B4-BE49-F238E27FC236}">
                <a16:creationId xmlns:a16="http://schemas.microsoft.com/office/drawing/2014/main" id="{2EBB1E65-5F3E-54E5-A0A8-EC439E7F56A5}"/>
              </a:ext>
            </a:extLst>
          </p:cNvPr>
          <p:cNvSpPr txBox="1"/>
          <p:nvPr/>
        </p:nvSpPr>
        <p:spPr>
          <a:xfrm>
            <a:off x="498224" y="1763157"/>
            <a:ext cx="5597776" cy="3477875"/>
          </a:xfrm>
          <a:prstGeom prst="rect">
            <a:avLst/>
          </a:prstGeom>
          <a:noFill/>
        </p:spPr>
        <p:txBody>
          <a:bodyPr wrap="square" rtlCol="0">
            <a:spAutoFit/>
          </a:bodyPr>
          <a:lstStyle/>
          <a:p>
            <a:pPr marL="342900" indent="-342900">
              <a:buFont typeface="Arial" panose="020B0604020202020204" pitchFamily="34" charset="0"/>
              <a:buChar char="•"/>
            </a:pPr>
            <a:endParaRPr lang="es-MX" sz="2200" dirty="0"/>
          </a:p>
          <a:p>
            <a:pPr marL="342900" indent="-342900">
              <a:buFont typeface="Arial" panose="020B0604020202020204" pitchFamily="34" charset="0"/>
              <a:buChar char="•"/>
            </a:pPr>
            <a:r>
              <a:rPr lang="es-MX" sz="2200" b="1" dirty="0">
                <a:solidFill>
                  <a:schemeClr val="bg1"/>
                </a:solidFill>
              </a:rPr>
              <a:t>Percepción de lentitud por parte de los usuarios Wifi</a:t>
            </a:r>
          </a:p>
          <a:p>
            <a:pPr marL="342900" indent="-342900">
              <a:buFont typeface="Arial" panose="020B0604020202020204" pitchFamily="34" charset="0"/>
              <a:buChar char="•"/>
            </a:pPr>
            <a:r>
              <a:rPr lang="es-MX" sz="2200" b="1" dirty="0">
                <a:solidFill>
                  <a:schemeClr val="bg1"/>
                </a:solidFill>
              </a:rPr>
              <a:t>Sobrecarga en los puntos de acceso.</a:t>
            </a:r>
          </a:p>
          <a:p>
            <a:pPr marL="342900" indent="-342900">
              <a:buFont typeface="Arial" panose="020B0604020202020204" pitchFamily="34" charset="0"/>
              <a:buChar char="•"/>
            </a:pPr>
            <a:r>
              <a:rPr lang="es-MX" sz="2200" b="1" dirty="0">
                <a:solidFill>
                  <a:schemeClr val="bg1"/>
                </a:solidFill>
              </a:rPr>
              <a:t>Asignación de anchos de banda a las zonas wifi sin análisis previo de consumo de KB por numero de conexiones.</a:t>
            </a:r>
          </a:p>
          <a:p>
            <a:pPr marL="342900" indent="-342900">
              <a:buFont typeface="Arial" panose="020B0604020202020204" pitchFamily="34" charset="0"/>
              <a:buChar char="•"/>
            </a:pPr>
            <a:r>
              <a:rPr lang="es-MX" sz="2200" b="1" dirty="0">
                <a:solidFill>
                  <a:schemeClr val="bg1"/>
                </a:solidFill>
              </a:rPr>
              <a:t>Falta de criterio para el traslado , reubicación de </a:t>
            </a:r>
            <a:r>
              <a:rPr lang="es-MX" sz="2200" b="1" dirty="0" err="1">
                <a:solidFill>
                  <a:schemeClr val="bg1"/>
                </a:solidFill>
              </a:rPr>
              <a:t>Aps</a:t>
            </a:r>
            <a:r>
              <a:rPr lang="es-MX" sz="2200" b="1" dirty="0">
                <a:solidFill>
                  <a:schemeClr val="bg1"/>
                </a:solidFill>
              </a:rPr>
              <a:t> a zonas con mas demanda.</a:t>
            </a:r>
          </a:p>
        </p:txBody>
      </p:sp>
      <p:pic>
        <p:nvPicPr>
          <p:cNvPr id="11" name="Imagen 10">
            <a:extLst>
              <a:ext uri="{FF2B5EF4-FFF2-40B4-BE49-F238E27FC236}">
                <a16:creationId xmlns:a16="http://schemas.microsoft.com/office/drawing/2014/main" id="{1E3CDA27-F2DC-A1DE-B903-B03B0DDA7882}"/>
              </a:ext>
            </a:extLst>
          </p:cNvPr>
          <p:cNvPicPr>
            <a:picLocks noChangeAspect="1"/>
          </p:cNvPicPr>
          <p:nvPr/>
        </p:nvPicPr>
        <p:blipFill>
          <a:blip r:embed="rId4"/>
          <a:stretch>
            <a:fillRect/>
          </a:stretch>
        </p:blipFill>
        <p:spPr>
          <a:xfrm rot="4735596">
            <a:off x="9182304" y="2783136"/>
            <a:ext cx="5338984" cy="2160000"/>
          </a:xfrm>
          <a:prstGeom prst="rect">
            <a:avLst/>
          </a:prstGeom>
        </p:spPr>
      </p:pic>
      <p:pic>
        <p:nvPicPr>
          <p:cNvPr id="5" name="Imagen 4">
            <a:extLst>
              <a:ext uri="{FF2B5EF4-FFF2-40B4-BE49-F238E27FC236}">
                <a16:creationId xmlns:a16="http://schemas.microsoft.com/office/drawing/2014/main" id="{47BD0F27-4170-3160-8EE1-7FE95E8AE499}"/>
              </a:ext>
            </a:extLst>
          </p:cNvPr>
          <p:cNvPicPr>
            <a:picLocks noChangeAspect="1"/>
          </p:cNvPicPr>
          <p:nvPr/>
        </p:nvPicPr>
        <p:blipFill>
          <a:blip r:embed="rId5"/>
          <a:stretch>
            <a:fillRect/>
          </a:stretch>
        </p:blipFill>
        <p:spPr>
          <a:xfrm>
            <a:off x="-196152" y="4795585"/>
            <a:ext cx="2160000" cy="2262316"/>
          </a:xfrm>
          <a:prstGeom prst="rect">
            <a:avLst/>
          </a:prstGeom>
        </p:spPr>
      </p:pic>
      <p:pic>
        <p:nvPicPr>
          <p:cNvPr id="12" name="Imagen 11">
            <a:extLst>
              <a:ext uri="{FF2B5EF4-FFF2-40B4-BE49-F238E27FC236}">
                <a16:creationId xmlns:a16="http://schemas.microsoft.com/office/drawing/2014/main" id="{EF016BAB-3911-460E-767B-0781CA1AFC50}"/>
              </a:ext>
            </a:extLst>
          </p:cNvPr>
          <p:cNvPicPr>
            <a:picLocks noChangeAspect="1"/>
          </p:cNvPicPr>
          <p:nvPr/>
        </p:nvPicPr>
        <p:blipFill>
          <a:blip r:embed="rId6"/>
          <a:stretch>
            <a:fillRect/>
          </a:stretch>
        </p:blipFill>
        <p:spPr>
          <a:xfrm>
            <a:off x="498223" y="5414551"/>
            <a:ext cx="1008000" cy="1089091"/>
          </a:xfrm>
          <a:prstGeom prst="rect">
            <a:avLst/>
          </a:prstGeom>
        </p:spPr>
      </p:pic>
      <p:sp>
        <p:nvSpPr>
          <p:cNvPr id="2" name="Título 1">
            <a:extLst>
              <a:ext uri="{FF2B5EF4-FFF2-40B4-BE49-F238E27FC236}">
                <a16:creationId xmlns:a16="http://schemas.microsoft.com/office/drawing/2014/main" id="{1D591015-FE96-CB11-2630-8BFF68FD2335}"/>
              </a:ext>
            </a:extLst>
          </p:cNvPr>
          <p:cNvSpPr txBox="1">
            <a:spLocks/>
          </p:cNvSpPr>
          <p:nvPr/>
        </p:nvSpPr>
        <p:spPr>
          <a:xfrm>
            <a:off x="363098" y="212220"/>
            <a:ext cx="6392357" cy="768643"/>
          </a:xfrm>
          <a:prstGeom prst="rect">
            <a:avLst/>
          </a:prstGeom>
        </p:spPr>
        <p:txBody>
          <a:bodyPr vert="horz" lIns="68580" tIns="34290" rIns="68580" bIns="34290" rtlCol="0" anchor="ctr">
            <a:normAutofit fontScale="47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10000"/>
              </a:lnSpc>
            </a:pPr>
            <a:endParaRPr lang="es-CO" sz="3750" b="1" dirty="0">
              <a:solidFill>
                <a:srgbClr val="7030A0"/>
              </a:solidFill>
              <a:latin typeface="+mn-lt"/>
            </a:endParaRPr>
          </a:p>
          <a:p>
            <a:pPr algn="ctr">
              <a:lnSpc>
                <a:spcPct val="110000"/>
              </a:lnSpc>
            </a:pPr>
            <a:r>
              <a:rPr lang="es-CO" sz="6825" b="1" dirty="0">
                <a:solidFill>
                  <a:schemeClr val="bg1"/>
                </a:solidFill>
                <a:latin typeface="+mn-lt"/>
              </a:rPr>
              <a:t>Planteamiento del Problema.</a:t>
            </a:r>
          </a:p>
          <a:p>
            <a:pPr>
              <a:lnSpc>
                <a:spcPct val="110000"/>
              </a:lnSpc>
            </a:pPr>
            <a:endParaRPr lang="es-CO" sz="3750" b="1" dirty="0">
              <a:solidFill>
                <a:schemeClr val="bg1"/>
              </a:solidFill>
              <a:latin typeface="Futura Std Book" panose="020B0502020204020303" pitchFamily="34" charset="77"/>
            </a:endParaRPr>
          </a:p>
        </p:txBody>
      </p:sp>
      <p:sp>
        <p:nvSpPr>
          <p:cNvPr id="19" name="Marcador de pie de página 18">
            <a:extLst>
              <a:ext uri="{FF2B5EF4-FFF2-40B4-BE49-F238E27FC236}">
                <a16:creationId xmlns:a16="http://schemas.microsoft.com/office/drawing/2014/main" id="{FF939D56-9A4E-42A6-11A1-678570EA3496}"/>
              </a:ext>
            </a:extLst>
          </p:cNvPr>
          <p:cNvSpPr>
            <a:spLocks noGrp="1"/>
          </p:cNvSpPr>
          <p:nvPr>
            <p:ph type="ftr" sz="quarter" idx="11"/>
          </p:nvPr>
        </p:nvSpPr>
        <p:spPr/>
        <p:txBody>
          <a:bodyPr/>
          <a:lstStyle/>
          <a:p>
            <a:r>
              <a:rPr lang="es-MX"/>
              <a:t>(Imagen generada con IA-Gemini y Editada con AdobePhotoshop)</a:t>
            </a:r>
            <a:endParaRPr lang="es-CO"/>
          </a:p>
        </p:txBody>
      </p:sp>
    </p:spTree>
    <p:extLst>
      <p:ext uri="{BB962C8B-B14F-4D97-AF65-F5344CB8AC3E}">
        <p14:creationId xmlns:p14="http://schemas.microsoft.com/office/powerpoint/2010/main" val="12455613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B0A2D12-6C26-21E3-4222-2B88F3AB8C13}"/>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42FD4C66-75AB-C247-EB85-0713D914E7D7}"/>
              </a:ext>
            </a:extLst>
          </p:cNvPr>
          <p:cNvSpPr txBox="1">
            <a:spLocks/>
          </p:cNvSpPr>
          <p:nvPr/>
        </p:nvSpPr>
        <p:spPr>
          <a:xfrm>
            <a:off x="614522" y="141773"/>
            <a:ext cx="8489721" cy="768643"/>
          </a:xfrm>
          <a:prstGeom prst="rect">
            <a:avLst/>
          </a:prstGeom>
        </p:spPr>
        <p:txBody>
          <a:bodyPr vert="horz" lIns="68580" tIns="34290" rIns="68580" bIns="3429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10000"/>
              </a:lnSpc>
            </a:pPr>
            <a:endParaRPr lang="es-CO" sz="3750" b="1" dirty="0">
              <a:solidFill>
                <a:schemeClr val="tx2">
                  <a:lumMod val="50000"/>
                </a:schemeClr>
              </a:solidFill>
              <a:latin typeface="+mn-lt"/>
            </a:endParaRPr>
          </a:p>
          <a:p>
            <a:pPr algn="ctr">
              <a:lnSpc>
                <a:spcPct val="110000"/>
              </a:lnSpc>
            </a:pPr>
            <a:r>
              <a:rPr lang="es-CO" sz="18500" b="1" dirty="0">
                <a:solidFill>
                  <a:schemeClr val="tx2">
                    <a:lumMod val="50000"/>
                  </a:schemeClr>
                </a:solidFill>
                <a:latin typeface="+mn-lt"/>
              </a:rPr>
              <a:t>Objetivos Generales y Específicos.</a:t>
            </a:r>
          </a:p>
          <a:p>
            <a:pPr>
              <a:lnSpc>
                <a:spcPct val="110000"/>
              </a:lnSpc>
            </a:pPr>
            <a:endParaRPr lang="es-CO" sz="3750" b="1" dirty="0">
              <a:solidFill>
                <a:schemeClr val="tx2">
                  <a:lumMod val="50000"/>
                </a:schemeClr>
              </a:solidFill>
              <a:latin typeface="Futura Std Book" panose="020B0502020204020303" pitchFamily="34" charset="77"/>
            </a:endParaRPr>
          </a:p>
        </p:txBody>
      </p:sp>
      <p:pic>
        <p:nvPicPr>
          <p:cNvPr id="13" name="Imagen 12">
            <a:extLst>
              <a:ext uri="{FF2B5EF4-FFF2-40B4-BE49-F238E27FC236}">
                <a16:creationId xmlns:a16="http://schemas.microsoft.com/office/drawing/2014/main" id="{57E05DF4-5F47-0A0F-A002-D00BEFD82A90}"/>
              </a:ext>
            </a:extLst>
          </p:cNvPr>
          <p:cNvPicPr>
            <a:picLocks noChangeAspect="1"/>
          </p:cNvPicPr>
          <p:nvPr/>
        </p:nvPicPr>
        <p:blipFill>
          <a:blip r:embed="rId3"/>
          <a:stretch>
            <a:fillRect/>
          </a:stretch>
        </p:blipFill>
        <p:spPr>
          <a:xfrm rot="10800000" flipH="1">
            <a:off x="8497815" y="1912273"/>
            <a:ext cx="2908797" cy="6146129"/>
          </a:xfrm>
          <a:prstGeom prst="rect">
            <a:avLst/>
          </a:prstGeom>
        </p:spPr>
      </p:pic>
      <p:pic>
        <p:nvPicPr>
          <p:cNvPr id="5" name="Imagen 4">
            <a:extLst>
              <a:ext uri="{FF2B5EF4-FFF2-40B4-BE49-F238E27FC236}">
                <a16:creationId xmlns:a16="http://schemas.microsoft.com/office/drawing/2014/main" id="{31BD3DD8-0DAE-2C63-748B-631FECD19C4E}"/>
              </a:ext>
            </a:extLst>
          </p:cNvPr>
          <p:cNvPicPr>
            <a:picLocks noChangeAspect="1"/>
          </p:cNvPicPr>
          <p:nvPr/>
        </p:nvPicPr>
        <p:blipFill>
          <a:blip r:embed="rId4"/>
          <a:stretch>
            <a:fillRect/>
          </a:stretch>
        </p:blipFill>
        <p:spPr>
          <a:xfrm>
            <a:off x="8810370" y="-91440"/>
            <a:ext cx="3564510" cy="7024947"/>
          </a:xfrm>
          <a:prstGeom prst="rect">
            <a:avLst/>
          </a:prstGeom>
        </p:spPr>
      </p:pic>
      <p:pic>
        <p:nvPicPr>
          <p:cNvPr id="10" name="Gráfico 9">
            <a:extLst>
              <a:ext uri="{FF2B5EF4-FFF2-40B4-BE49-F238E27FC236}">
                <a16:creationId xmlns:a16="http://schemas.microsoft.com/office/drawing/2014/main" id="{281087B2-3296-DD2A-4B74-50662E93CBD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16200000">
            <a:off x="10012430" y="-206067"/>
            <a:ext cx="2214082" cy="2334513"/>
          </a:xfrm>
          <a:prstGeom prst="rect">
            <a:avLst/>
          </a:prstGeom>
        </p:spPr>
      </p:pic>
      <p:pic>
        <p:nvPicPr>
          <p:cNvPr id="12" name="Imagen 11">
            <a:extLst>
              <a:ext uri="{FF2B5EF4-FFF2-40B4-BE49-F238E27FC236}">
                <a16:creationId xmlns:a16="http://schemas.microsoft.com/office/drawing/2014/main" id="{A12369CF-E705-D18E-1B2F-444440A3ABC4}"/>
              </a:ext>
            </a:extLst>
          </p:cNvPr>
          <p:cNvPicPr>
            <a:picLocks noChangeAspect="1"/>
          </p:cNvPicPr>
          <p:nvPr/>
        </p:nvPicPr>
        <p:blipFill>
          <a:blip r:embed="rId7"/>
          <a:stretch>
            <a:fillRect/>
          </a:stretch>
        </p:blipFill>
        <p:spPr>
          <a:xfrm>
            <a:off x="10682615" y="219393"/>
            <a:ext cx="1160941" cy="1243647"/>
          </a:xfrm>
          <a:prstGeom prst="rect">
            <a:avLst/>
          </a:prstGeom>
        </p:spPr>
      </p:pic>
      <p:pic>
        <p:nvPicPr>
          <p:cNvPr id="3" name="Imagen 2" descr="Imagen que contiene Interfaz de usuario gráfica&#10;&#10;El contenido generado por IA puede ser incorrecto.">
            <a:extLst>
              <a:ext uri="{FF2B5EF4-FFF2-40B4-BE49-F238E27FC236}">
                <a16:creationId xmlns:a16="http://schemas.microsoft.com/office/drawing/2014/main" id="{772D115B-958A-AF90-5439-3F3A5BCABE0F}"/>
              </a:ext>
            </a:extLst>
          </p:cNvPr>
          <p:cNvPicPr>
            <a:picLocks noChangeAspect="1"/>
          </p:cNvPicPr>
          <p:nvPr/>
        </p:nvPicPr>
        <p:blipFill>
          <a:blip r:embed="rId8"/>
          <a:stretch>
            <a:fillRect/>
          </a:stretch>
        </p:blipFill>
        <p:spPr>
          <a:xfrm>
            <a:off x="2143226" y="841216"/>
            <a:ext cx="4962525" cy="5781675"/>
          </a:xfrm>
          <a:prstGeom prst="rect">
            <a:avLst/>
          </a:prstGeom>
        </p:spPr>
      </p:pic>
    </p:spTree>
    <p:extLst>
      <p:ext uri="{BB962C8B-B14F-4D97-AF65-F5344CB8AC3E}">
        <p14:creationId xmlns:p14="http://schemas.microsoft.com/office/powerpoint/2010/main" val="16312470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6174D6A-F18C-77E2-1F38-17E86F1B07F2}"/>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5A4025EE-F46A-7758-4B92-7ACEBADC75A2}"/>
              </a:ext>
            </a:extLst>
          </p:cNvPr>
          <p:cNvSpPr txBox="1">
            <a:spLocks/>
          </p:cNvSpPr>
          <p:nvPr/>
        </p:nvSpPr>
        <p:spPr>
          <a:xfrm>
            <a:off x="1182971" y="220125"/>
            <a:ext cx="6392357" cy="768643"/>
          </a:xfrm>
          <a:prstGeom prst="rect">
            <a:avLst/>
          </a:prstGeom>
        </p:spPr>
        <p:txBody>
          <a:bodyPr vert="horz" lIns="68580" tIns="34290" rIns="68580" bIns="3429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10000"/>
              </a:lnSpc>
            </a:pPr>
            <a:endParaRPr lang="es-CO" sz="3750" b="1" dirty="0">
              <a:solidFill>
                <a:schemeClr val="tx2">
                  <a:lumMod val="50000"/>
                </a:schemeClr>
              </a:solidFill>
              <a:latin typeface="+mn-lt"/>
            </a:endParaRPr>
          </a:p>
          <a:p>
            <a:pPr algn="ctr">
              <a:lnSpc>
                <a:spcPct val="110000"/>
              </a:lnSpc>
            </a:pPr>
            <a:r>
              <a:rPr lang="es-CO" sz="18500" b="1" dirty="0">
                <a:solidFill>
                  <a:schemeClr val="tx2">
                    <a:lumMod val="50000"/>
                  </a:schemeClr>
                </a:solidFill>
                <a:latin typeface="+mn-lt"/>
              </a:rPr>
              <a:t>Marco Teórico.</a:t>
            </a:r>
          </a:p>
          <a:p>
            <a:pPr>
              <a:lnSpc>
                <a:spcPct val="110000"/>
              </a:lnSpc>
            </a:pPr>
            <a:endParaRPr lang="es-CO" sz="3750" b="1" dirty="0">
              <a:solidFill>
                <a:schemeClr val="tx2">
                  <a:lumMod val="50000"/>
                </a:schemeClr>
              </a:solidFill>
              <a:latin typeface="Futura Std Book" panose="020B0502020204020303" pitchFamily="34" charset="77"/>
            </a:endParaRPr>
          </a:p>
        </p:txBody>
      </p:sp>
      <p:pic>
        <p:nvPicPr>
          <p:cNvPr id="13" name="Imagen 12">
            <a:extLst>
              <a:ext uri="{FF2B5EF4-FFF2-40B4-BE49-F238E27FC236}">
                <a16:creationId xmlns:a16="http://schemas.microsoft.com/office/drawing/2014/main" id="{EFE2F7E2-3B24-CE55-6CCD-9414E21BDD5F}"/>
              </a:ext>
            </a:extLst>
          </p:cNvPr>
          <p:cNvPicPr>
            <a:picLocks noChangeAspect="1"/>
          </p:cNvPicPr>
          <p:nvPr/>
        </p:nvPicPr>
        <p:blipFill>
          <a:blip r:embed="rId3"/>
          <a:stretch>
            <a:fillRect/>
          </a:stretch>
        </p:blipFill>
        <p:spPr>
          <a:xfrm rot="10800000" flipH="1">
            <a:off x="8497815" y="1912273"/>
            <a:ext cx="2908797" cy="6146129"/>
          </a:xfrm>
          <a:prstGeom prst="rect">
            <a:avLst/>
          </a:prstGeom>
        </p:spPr>
      </p:pic>
      <p:pic>
        <p:nvPicPr>
          <p:cNvPr id="5" name="Imagen 4">
            <a:extLst>
              <a:ext uri="{FF2B5EF4-FFF2-40B4-BE49-F238E27FC236}">
                <a16:creationId xmlns:a16="http://schemas.microsoft.com/office/drawing/2014/main" id="{C26E8091-643D-87B1-93FE-8477B53D39B3}"/>
              </a:ext>
            </a:extLst>
          </p:cNvPr>
          <p:cNvPicPr>
            <a:picLocks noChangeAspect="1"/>
          </p:cNvPicPr>
          <p:nvPr/>
        </p:nvPicPr>
        <p:blipFill>
          <a:blip r:embed="rId4"/>
          <a:stretch>
            <a:fillRect/>
          </a:stretch>
        </p:blipFill>
        <p:spPr>
          <a:xfrm>
            <a:off x="8810370" y="-91440"/>
            <a:ext cx="3564510" cy="7024947"/>
          </a:xfrm>
          <a:prstGeom prst="rect">
            <a:avLst/>
          </a:prstGeom>
        </p:spPr>
      </p:pic>
      <p:pic>
        <p:nvPicPr>
          <p:cNvPr id="10" name="Gráfico 9">
            <a:extLst>
              <a:ext uri="{FF2B5EF4-FFF2-40B4-BE49-F238E27FC236}">
                <a16:creationId xmlns:a16="http://schemas.microsoft.com/office/drawing/2014/main" id="{3ED87111-59F7-15E1-CF7B-A47D0B782EF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16200000">
            <a:off x="10012430" y="-206067"/>
            <a:ext cx="2214082" cy="2334513"/>
          </a:xfrm>
          <a:prstGeom prst="rect">
            <a:avLst/>
          </a:prstGeom>
        </p:spPr>
      </p:pic>
      <p:pic>
        <p:nvPicPr>
          <p:cNvPr id="12" name="Imagen 11">
            <a:extLst>
              <a:ext uri="{FF2B5EF4-FFF2-40B4-BE49-F238E27FC236}">
                <a16:creationId xmlns:a16="http://schemas.microsoft.com/office/drawing/2014/main" id="{09E76FA5-5C99-7B6B-9D06-39E92F75BEE1}"/>
              </a:ext>
            </a:extLst>
          </p:cNvPr>
          <p:cNvPicPr>
            <a:picLocks noChangeAspect="1"/>
          </p:cNvPicPr>
          <p:nvPr/>
        </p:nvPicPr>
        <p:blipFill>
          <a:blip r:embed="rId7"/>
          <a:stretch>
            <a:fillRect/>
          </a:stretch>
        </p:blipFill>
        <p:spPr>
          <a:xfrm>
            <a:off x="10682615" y="219393"/>
            <a:ext cx="1160941" cy="1243647"/>
          </a:xfrm>
          <a:prstGeom prst="rect">
            <a:avLst/>
          </a:prstGeom>
        </p:spPr>
      </p:pic>
      <p:pic>
        <p:nvPicPr>
          <p:cNvPr id="6" name="Imagen 5" descr="Forma, Polígono&#10;&#10;El contenido generado por IA puede ser incorrecto.">
            <a:extLst>
              <a:ext uri="{FF2B5EF4-FFF2-40B4-BE49-F238E27FC236}">
                <a16:creationId xmlns:a16="http://schemas.microsoft.com/office/drawing/2014/main" id="{4ED4909B-CB37-EFFE-6814-3580E5C73295}"/>
              </a:ext>
            </a:extLst>
          </p:cNvPr>
          <p:cNvPicPr>
            <a:picLocks noChangeAspect="1"/>
          </p:cNvPicPr>
          <p:nvPr/>
        </p:nvPicPr>
        <p:blipFill>
          <a:blip r:embed="rId8"/>
          <a:stretch>
            <a:fillRect/>
          </a:stretch>
        </p:blipFill>
        <p:spPr>
          <a:xfrm>
            <a:off x="260486" y="1463040"/>
            <a:ext cx="8237328" cy="4291717"/>
          </a:xfrm>
          <a:prstGeom prst="rect">
            <a:avLst/>
          </a:prstGeom>
        </p:spPr>
      </p:pic>
    </p:spTree>
    <p:extLst>
      <p:ext uri="{BB962C8B-B14F-4D97-AF65-F5344CB8AC3E}">
        <p14:creationId xmlns:p14="http://schemas.microsoft.com/office/powerpoint/2010/main" val="2306313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1CBC963E-6914-38CB-7E7F-2A997E5B4229}"/>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6F730BFB-54E2-28A2-5A8D-69017D5AD69B}"/>
              </a:ext>
            </a:extLst>
          </p:cNvPr>
          <p:cNvSpPr txBox="1">
            <a:spLocks/>
          </p:cNvSpPr>
          <p:nvPr/>
        </p:nvSpPr>
        <p:spPr>
          <a:xfrm>
            <a:off x="1208379" y="219393"/>
            <a:ext cx="6392357" cy="768643"/>
          </a:xfrm>
          <a:prstGeom prst="rect">
            <a:avLst/>
          </a:prstGeom>
        </p:spPr>
        <p:txBody>
          <a:bodyPr vert="horz" lIns="68580" tIns="34290" rIns="68580" bIns="3429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10000"/>
              </a:lnSpc>
            </a:pPr>
            <a:endParaRPr lang="es-CO" sz="3750" b="1" dirty="0">
              <a:solidFill>
                <a:schemeClr val="tx2">
                  <a:lumMod val="50000"/>
                </a:schemeClr>
              </a:solidFill>
              <a:latin typeface="+mn-lt"/>
            </a:endParaRPr>
          </a:p>
          <a:p>
            <a:pPr algn="ctr">
              <a:lnSpc>
                <a:spcPct val="110000"/>
              </a:lnSpc>
            </a:pPr>
            <a:r>
              <a:rPr lang="es-CO" sz="18500" b="1" dirty="0">
                <a:solidFill>
                  <a:schemeClr val="tx2">
                    <a:lumMod val="50000"/>
                  </a:schemeClr>
                </a:solidFill>
                <a:latin typeface="+mn-lt"/>
              </a:rPr>
              <a:t>Marco Teórico.</a:t>
            </a:r>
          </a:p>
          <a:p>
            <a:pPr>
              <a:lnSpc>
                <a:spcPct val="110000"/>
              </a:lnSpc>
            </a:pPr>
            <a:endParaRPr lang="es-CO" sz="3750" b="1" dirty="0">
              <a:solidFill>
                <a:schemeClr val="tx2">
                  <a:lumMod val="50000"/>
                </a:schemeClr>
              </a:solidFill>
              <a:latin typeface="Futura Std Book" panose="020B0502020204020303" pitchFamily="34" charset="77"/>
            </a:endParaRPr>
          </a:p>
        </p:txBody>
      </p:sp>
      <p:pic>
        <p:nvPicPr>
          <p:cNvPr id="13" name="Imagen 12">
            <a:extLst>
              <a:ext uri="{FF2B5EF4-FFF2-40B4-BE49-F238E27FC236}">
                <a16:creationId xmlns:a16="http://schemas.microsoft.com/office/drawing/2014/main" id="{90258866-C605-1FDD-2635-665328BEE822}"/>
              </a:ext>
            </a:extLst>
          </p:cNvPr>
          <p:cNvPicPr>
            <a:picLocks noChangeAspect="1"/>
          </p:cNvPicPr>
          <p:nvPr/>
        </p:nvPicPr>
        <p:blipFill>
          <a:blip r:embed="rId3"/>
          <a:stretch>
            <a:fillRect/>
          </a:stretch>
        </p:blipFill>
        <p:spPr>
          <a:xfrm rot="10800000" flipH="1">
            <a:off x="8497815" y="1912273"/>
            <a:ext cx="2908797" cy="6146129"/>
          </a:xfrm>
          <a:prstGeom prst="rect">
            <a:avLst/>
          </a:prstGeom>
        </p:spPr>
      </p:pic>
      <p:pic>
        <p:nvPicPr>
          <p:cNvPr id="5" name="Imagen 4">
            <a:extLst>
              <a:ext uri="{FF2B5EF4-FFF2-40B4-BE49-F238E27FC236}">
                <a16:creationId xmlns:a16="http://schemas.microsoft.com/office/drawing/2014/main" id="{C2A3ECE0-460B-D629-E060-611037FD2727}"/>
              </a:ext>
            </a:extLst>
          </p:cNvPr>
          <p:cNvPicPr>
            <a:picLocks noChangeAspect="1"/>
          </p:cNvPicPr>
          <p:nvPr/>
        </p:nvPicPr>
        <p:blipFill>
          <a:blip r:embed="rId4"/>
          <a:stretch>
            <a:fillRect/>
          </a:stretch>
        </p:blipFill>
        <p:spPr>
          <a:xfrm>
            <a:off x="8810370" y="-91440"/>
            <a:ext cx="3564510" cy="7024947"/>
          </a:xfrm>
          <a:prstGeom prst="rect">
            <a:avLst/>
          </a:prstGeom>
        </p:spPr>
      </p:pic>
      <p:pic>
        <p:nvPicPr>
          <p:cNvPr id="10" name="Gráfico 9">
            <a:extLst>
              <a:ext uri="{FF2B5EF4-FFF2-40B4-BE49-F238E27FC236}">
                <a16:creationId xmlns:a16="http://schemas.microsoft.com/office/drawing/2014/main" id="{A1ED6C4E-AFA5-26D5-5EAF-DADA15A08F9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16200000">
            <a:off x="10012430" y="-206067"/>
            <a:ext cx="2214082" cy="2334513"/>
          </a:xfrm>
          <a:prstGeom prst="rect">
            <a:avLst/>
          </a:prstGeom>
        </p:spPr>
      </p:pic>
      <p:pic>
        <p:nvPicPr>
          <p:cNvPr id="12" name="Imagen 11">
            <a:extLst>
              <a:ext uri="{FF2B5EF4-FFF2-40B4-BE49-F238E27FC236}">
                <a16:creationId xmlns:a16="http://schemas.microsoft.com/office/drawing/2014/main" id="{9798F749-BD6B-5152-367A-62CEFCF3C842}"/>
              </a:ext>
            </a:extLst>
          </p:cNvPr>
          <p:cNvPicPr>
            <a:picLocks noChangeAspect="1"/>
          </p:cNvPicPr>
          <p:nvPr/>
        </p:nvPicPr>
        <p:blipFill>
          <a:blip r:embed="rId7"/>
          <a:stretch>
            <a:fillRect/>
          </a:stretch>
        </p:blipFill>
        <p:spPr>
          <a:xfrm>
            <a:off x="10682615" y="219393"/>
            <a:ext cx="1160941" cy="1243647"/>
          </a:xfrm>
          <a:prstGeom prst="rect">
            <a:avLst/>
          </a:prstGeom>
        </p:spPr>
      </p:pic>
      <p:graphicFrame>
        <p:nvGraphicFramePr>
          <p:cNvPr id="2" name="Tabla 1">
            <a:extLst>
              <a:ext uri="{FF2B5EF4-FFF2-40B4-BE49-F238E27FC236}">
                <a16:creationId xmlns:a16="http://schemas.microsoft.com/office/drawing/2014/main" id="{4AF88483-8CE9-8D36-899E-16D207BA4171}"/>
              </a:ext>
            </a:extLst>
          </p:cNvPr>
          <p:cNvGraphicFramePr>
            <a:graphicFrameLocks noGrp="1"/>
          </p:cNvGraphicFramePr>
          <p:nvPr>
            <p:extLst>
              <p:ext uri="{D42A27DB-BD31-4B8C-83A1-F6EECF244321}">
                <p14:modId xmlns:p14="http://schemas.microsoft.com/office/powerpoint/2010/main" val="2683506455"/>
              </p:ext>
            </p:extLst>
          </p:nvPr>
        </p:nvGraphicFramePr>
        <p:xfrm>
          <a:off x="340557" y="988036"/>
          <a:ext cx="8128000" cy="3967480"/>
        </p:xfrm>
        <a:graphic>
          <a:graphicData uri="http://schemas.openxmlformats.org/drawingml/2006/table">
            <a:tbl>
              <a:tblPr firstRow="1" bandRow="1">
                <a:tableStyleId>{5A111915-BE36-4E01-A7E5-04B1672EAD32}</a:tableStyleId>
              </a:tblPr>
              <a:tblGrid>
                <a:gridCol w="8128000">
                  <a:extLst>
                    <a:ext uri="{9D8B030D-6E8A-4147-A177-3AD203B41FA5}">
                      <a16:colId xmlns:a16="http://schemas.microsoft.com/office/drawing/2014/main" val="1969993060"/>
                    </a:ext>
                  </a:extLst>
                </a:gridCol>
              </a:tblGrid>
              <a:tr h="370840">
                <a:tc>
                  <a:txBody>
                    <a:bodyPr/>
                    <a:lstStyle/>
                    <a:p>
                      <a:pPr algn="ctr"/>
                      <a:r>
                        <a:rPr lang="en-US" dirty="0" err="1"/>
                        <a:t>Regresion</a:t>
                      </a:r>
                      <a:r>
                        <a:rPr lang="en-US" dirty="0"/>
                        <a:t> Lineal</a:t>
                      </a:r>
                      <a:endParaRPr lang="es-CO" dirty="0"/>
                    </a:p>
                  </a:txBody>
                  <a:tcPr/>
                </a:tc>
                <a:extLst>
                  <a:ext uri="{0D108BD9-81ED-4DB2-BD59-A6C34878D82A}">
                    <a16:rowId xmlns:a16="http://schemas.microsoft.com/office/drawing/2014/main" val="1939480204"/>
                  </a:ext>
                </a:extLst>
              </a:tr>
              <a:tr h="370840">
                <a:tc>
                  <a:txBody>
                    <a:bodyPr/>
                    <a:lstStyle/>
                    <a:p>
                      <a:r>
                        <a:rPr lang="es-MX" sz="1100" dirty="0"/>
                        <a:t>Estima una variable objetivo a partir de una o más variables explicativas, asumiendo una relación aproximadamente lineal.</a:t>
                      </a:r>
                    </a:p>
                    <a:p>
                      <a:r>
                        <a:rPr lang="es-MX" sz="1100" dirty="0"/>
                        <a:t>Se ajusta normalmente por mínimos cuadrados, minimizando el error entre valores reales y predichos.</a:t>
                      </a:r>
                      <a:endParaRPr lang="es-CO" sz="1100" dirty="0"/>
                    </a:p>
                  </a:txBody>
                  <a:tcPr/>
                </a:tc>
                <a:extLst>
                  <a:ext uri="{0D108BD9-81ED-4DB2-BD59-A6C34878D82A}">
                    <a16:rowId xmlns:a16="http://schemas.microsoft.com/office/drawing/2014/main" val="3741021009"/>
                  </a:ext>
                </a:extLst>
              </a:tr>
              <a:tr h="370840">
                <a:tc>
                  <a:txBody>
                    <a:bodyPr/>
                    <a:lstStyle/>
                    <a:p>
                      <a:pPr algn="ctr"/>
                      <a:r>
                        <a:rPr lang="en-US" b="1" dirty="0">
                          <a:solidFill>
                            <a:schemeClr val="bg1"/>
                          </a:solidFill>
                        </a:rPr>
                        <a:t>Random Forest</a:t>
                      </a:r>
                      <a:endParaRPr lang="es-CO" b="1" dirty="0">
                        <a:solidFill>
                          <a:schemeClr val="bg1"/>
                        </a:solidFill>
                      </a:endParaRPr>
                    </a:p>
                  </a:txBody>
                  <a:tcPr>
                    <a:solidFill>
                      <a:schemeClr val="accent5"/>
                    </a:solidFill>
                  </a:tcPr>
                </a:tc>
                <a:extLst>
                  <a:ext uri="{0D108BD9-81ED-4DB2-BD59-A6C34878D82A}">
                    <a16:rowId xmlns:a16="http://schemas.microsoft.com/office/drawing/2014/main" val="2008858062"/>
                  </a:ext>
                </a:extLst>
              </a:tr>
              <a:tr h="370840">
                <a:tc>
                  <a:txBody>
                    <a:bodyPr/>
                    <a:lstStyle/>
                    <a:p>
                      <a:r>
                        <a:rPr lang="es-MX" sz="1100" dirty="0"/>
                        <a:t>Modelo supervisado de </a:t>
                      </a:r>
                      <a:r>
                        <a:rPr lang="es-MX" sz="1100" i="1" dirty="0"/>
                        <a:t>ensamble</a:t>
                      </a:r>
                      <a:r>
                        <a:rPr lang="es-MX" sz="1100" dirty="0"/>
                        <a:t> que construye múltiples árboles de decisión usando muestras y variables aleatorias para aumentar la diversidad.  La predicción final se obtiene agregando los resultados de todos los árboles (promedio en regresión), reduciendo la varianza y mejorando la generalización.  </a:t>
                      </a:r>
                      <a:br>
                        <a:rPr lang="es-MX" sz="1100" dirty="0"/>
                      </a:br>
                      <a:r>
                        <a:rPr lang="es-MX" sz="1100" dirty="0"/>
                        <a:t>Destaca por capturar relaciones no lineales y ser robusto al ruido y a valores atípicos, aunque es menos interpretable que modelos lineales.</a:t>
                      </a:r>
                      <a:endParaRPr lang="es-CO" sz="1100" dirty="0"/>
                    </a:p>
                  </a:txBody>
                  <a:tcPr/>
                </a:tc>
                <a:extLst>
                  <a:ext uri="{0D108BD9-81ED-4DB2-BD59-A6C34878D82A}">
                    <a16:rowId xmlns:a16="http://schemas.microsoft.com/office/drawing/2014/main" val="135633048"/>
                  </a:ext>
                </a:extLst>
              </a:tr>
              <a:tr h="370840">
                <a:tc>
                  <a:txBody>
                    <a:bodyPr/>
                    <a:lstStyle/>
                    <a:p>
                      <a:pPr algn="ctr"/>
                      <a:r>
                        <a:rPr lang="es-CO" sz="1800" b="1" kern="1200" dirty="0">
                          <a:solidFill>
                            <a:schemeClr val="bg1"/>
                          </a:solidFill>
                          <a:effectLst/>
                          <a:latin typeface="+mn-lt"/>
                          <a:ea typeface="+mn-ea"/>
                          <a:cs typeface="+mn-cs"/>
                        </a:rPr>
                        <a:t>Redes neuronales Perceptrón</a:t>
                      </a:r>
                      <a:endParaRPr lang="es-CO" dirty="0">
                        <a:solidFill>
                          <a:schemeClr val="bg1"/>
                        </a:solidFill>
                      </a:endParaRPr>
                    </a:p>
                  </a:txBody>
                  <a:tcPr>
                    <a:solidFill>
                      <a:schemeClr val="accent5"/>
                    </a:solidFill>
                  </a:tcPr>
                </a:tc>
                <a:extLst>
                  <a:ext uri="{0D108BD9-81ED-4DB2-BD59-A6C34878D82A}">
                    <a16:rowId xmlns:a16="http://schemas.microsoft.com/office/drawing/2014/main" val="2442497377"/>
                  </a:ext>
                </a:extLst>
              </a:tr>
              <a:tr h="370840">
                <a:tc>
                  <a:txBody>
                    <a:bodyPr/>
                    <a:lstStyle/>
                    <a:p>
                      <a:r>
                        <a:rPr lang="es-MX" sz="1100" dirty="0"/>
                        <a:t>Modelos supervisados inspirados en el sistema nervioso, formados por capas de neuronas que aprenden patrones complejos.</a:t>
                      </a:r>
                    </a:p>
                    <a:p>
                      <a:r>
                        <a:rPr lang="es-MX" sz="1100" dirty="0"/>
                        <a:t>Ajustan sus pesos para minimizar el error entre predicción y valor real mediante optimización (p. ej., </a:t>
                      </a:r>
                      <a:r>
                        <a:rPr lang="es-MX" sz="1100" dirty="0" err="1"/>
                        <a:t>retropropagación</a:t>
                      </a:r>
                      <a:r>
                        <a:rPr lang="es-MX" sz="1100" dirty="0"/>
                        <a:t>).</a:t>
                      </a:r>
                    </a:p>
                    <a:p>
                      <a:endParaRPr lang="es-CO" dirty="0"/>
                    </a:p>
                  </a:txBody>
                  <a:tcPr/>
                </a:tc>
                <a:extLst>
                  <a:ext uri="{0D108BD9-81ED-4DB2-BD59-A6C34878D82A}">
                    <a16:rowId xmlns:a16="http://schemas.microsoft.com/office/drawing/2014/main" val="3138461896"/>
                  </a:ext>
                </a:extLst>
              </a:tr>
              <a:tr h="370840">
                <a:tc>
                  <a:txBody>
                    <a:bodyPr/>
                    <a:lstStyle/>
                    <a:p>
                      <a:pPr algn="ctr"/>
                      <a:r>
                        <a:rPr lang="es-CO" b="1" dirty="0">
                          <a:solidFill>
                            <a:schemeClr val="bg1"/>
                          </a:solidFill>
                        </a:rPr>
                        <a:t>SVR (</a:t>
                      </a:r>
                      <a:r>
                        <a:rPr lang="es-CO" b="1" dirty="0" err="1">
                          <a:solidFill>
                            <a:schemeClr val="bg1"/>
                          </a:solidFill>
                        </a:rPr>
                        <a:t>Support</a:t>
                      </a:r>
                      <a:r>
                        <a:rPr lang="es-CO" b="1" dirty="0">
                          <a:solidFill>
                            <a:schemeClr val="bg1"/>
                          </a:solidFill>
                        </a:rPr>
                        <a:t> Vector </a:t>
                      </a:r>
                      <a:r>
                        <a:rPr lang="es-CO" b="1" dirty="0" err="1">
                          <a:solidFill>
                            <a:schemeClr val="bg1"/>
                          </a:solidFill>
                        </a:rPr>
                        <a:t>Regression</a:t>
                      </a:r>
                      <a:r>
                        <a:rPr lang="es-CO" b="1" dirty="0">
                          <a:solidFill>
                            <a:schemeClr val="bg1"/>
                          </a:solidFill>
                        </a:rPr>
                        <a:t>)</a:t>
                      </a:r>
                    </a:p>
                  </a:txBody>
                  <a:tcPr>
                    <a:solidFill>
                      <a:schemeClr val="accent5"/>
                    </a:solidFill>
                  </a:tcPr>
                </a:tc>
                <a:extLst>
                  <a:ext uri="{0D108BD9-81ED-4DB2-BD59-A6C34878D82A}">
                    <a16:rowId xmlns:a16="http://schemas.microsoft.com/office/drawing/2014/main" val="2583747144"/>
                  </a:ext>
                </a:extLst>
              </a:tr>
              <a:tr h="370840">
                <a:tc>
                  <a:txBody>
                    <a:bodyPr/>
                    <a:lstStyle/>
                    <a:p>
                      <a:r>
                        <a:rPr lang="es-MX" sz="1100" b="0" dirty="0"/>
                        <a:t>modelo supervisado para regresión que busca una función que aproxime la relación entre variables con un margen de error controlado (tolerancia).  Utiliza vectores de soporte y, mediante funciones </a:t>
                      </a:r>
                      <a:r>
                        <a:rPr lang="es-MX" sz="1100" b="0" dirty="0" err="1"/>
                        <a:t>kernel</a:t>
                      </a:r>
                      <a:r>
                        <a:rPr lang="es-MX" sz="1100" b="0" dirty="0"/>
                        <a:t>, puede modelar relaciones no lineales al transformar los datos a espacios de mayor dimensión.</a:t>
                      </a:r>
                      <a:endParaRPr lang="es-CO" sz="1100" b="0" dirty="0">
                        <a:solidFill>
                          <a:schemeClr val="bg1"/>
                        </a:solidFill>
                      </a:endParaRPr>
                    </a:p>
                  </a:txBody>
                  <a:tcPr>
                    <a:noFill/>
                  </a:tcPr>
                </a:tc>
                <a:extLst>
                  <a:ext uri="{0D108BD9-81ED-4DB2-BD59-A6C34878D82A}">
                    <a16:rowId xmlns:a16="http://schemas.microsoft.com/office/drawing/2014/main" val="3259113937"/>
                  </a:ext>
                </a:extLst>
              </a:tr>
            </a:tbl>
          </a:graphicData>
        </a:graphic>
      </p:graphicFrame>
    </p:spTree>
    <p:extLst>
      <p:ext uri="{BB962C8B-B14F-4D97-AF65-F5344CB8AC3E}">
        <p14:creationId xmlns:p14="http://schemas.microsoft.com/office/powerpoint/2010/main" val="30155960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EFFF00A-BADD-28CC-2331-F8687B6E3FB9}"/>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8F91E641-3142-2542-2187-970B541298FA}"/>
              </a:ext>
            </a:extLst>
          </p:cNvPr>
          <p:cNvSpPr txBox="1">
            <a:spLocks/>
          </p:cNvSpPr>
          <p:nvPr/>
        </p:nvSpPr>
        <p:spPr>
          <a:xfrm>
            <a:off x="1307769" y="219393"/>
            <a:ext cx="6392357" cy="768643"/>
          </a:xfrm>
          <a:prstGeom prst="rect">
            <a:avLst/>
          </a:prstGeom>
        </p:spPr>
        <p:txBody>
          <a:bodyPr vert="horz" lIns="68580" tIns="34290" rIns="68580" bIns="3429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10000"/>
              </a:lnSpc>
            </a:pPr>
            <a:endParaRPr lang="es-CO" sz="3750" b="1" dirty="0">
              <a:solidFill>
                <a:schemeClr val="tx2">
                  <a:lumMod val="50000"/>
                </a:schemeClr>
              </a:solidFill>
              <a:latin typeface="+mn-lt"/>
            </a:endParaRPr>
          </a:p>
          <a:p>
            <a:pPr algn="ctr">
              <a:lnSpc>
                <a:spcPct val="110000"/>
              </a:lnSpc>
            </a:pPr>
            <a:r>
              <a:rPr lang="es-CO" sz="18500" b="1" dirty="0">
                <a:solidFill>
                  <a:schemeClr val="tx2">
                    <a:lumMod val="50000"/>
                  </a:schemeClr>
                </a:solidFill>
                <a:latin typeface="+mn-lt"/>
              </a:rPr>
              <a:t>Marco Teórico.</a:t>
            </a:r>
          </a:p>
          <a:p>
            <a:pPr>
              <a:lnSpc>
                <a:spcPct val="110000"/>
              </a:lnSpc>
            </a:pPr>
            <a:endParaRPr lang="es-CO" sz="3750" b="1" dirty="0">
              <a:solidFill>
                <a:schemeClr val="tx2">
                  <a:lumMod val="50000"/>
                </a:schemeClr>
              </a:solidFill>
              <a:latin typeface="Futura Std Book" panose="020B0502020204020303" pitchFamily="34" charset="77"/>
            </a:endParaRPr>
          </a:p>
        </p:txBody>
      </p:sp>
      <p:pic>
        <p:nvPicPr>
          <p:cNvPr id="13" name="Imagen 12">
            <a:extLst>
              <a:ext uri="{FF2B5EF4-FFF2-40B4-BE49-F238E27FC236}">
                <a16:creationId xmlns:a16="http://schemas.microsoft.com/office/drawing/2014/main" id="{44B0F5DF-67C6-E297-41AC-52339A8B9BCE}"/>
              </a:ext>
            </a:extLst>
          </p:cNvPr>
          <p:cNvPicPr>
            <a:picLocks noChangeAspect="1"/>
          </p:cNvPicPr>
          <p:nvPr/>
        </p:nvPicPr>
        <p:blipFill>
          <a:blip r:embed="rId3"/>
          <a:stretch>
            <a:fillRect/>
          </a:stretch>
        </p:blipFill>
        <p:spPr>
          <a:xfrm rot="10800000" flipH="1">
            <a:off x="8497815" y="1912273"/>
            <a:ext cx="2908797" cy="6146129"/>
          </a:xfrm>
          <a:prstGeom prst="rect">
            <a:avLst/>
          </a:prstGeom>
        </p:spPr>
      </p:pic>
      <p:pic>
        <p:nvPicPr>
          <p:cNvPr id="5" name="Imagen 4">
            <a:extLst>
              <a:ext uri="{FF2B5EF4-FFF2-40B4-BE49-F238E27FC236}">
                <a16:creationId xmlns:a16="http://schemas.microsoft.com/office/drawing/2014/main" id="{D34277F7-6ED3-D287-B835-0DBB9998FA92}"/>
              </a:ext>
            </a:extLst>
          </p:cNvPr>
          <p:cNvPicPr>
            <a:picLocks noChangeAspect="1"/>
          </p:cNvPicPr>
          <p:nvPr/>
        </p:nvPicPr>
        <p:blipFill>
          <a:blip r:embed="rId4"/>
          <a:stretch>
            <a:fillRect/>
          </a:stretch>
        </p:blipFill>
        <p:spPr>
          <a:xfrm>
            <a:off x="8810370" y="-91440"/>
            <a:ext cx="3564510" cy="7024947"/>
          </a:xfrm>
          <a:prstGeom prst="rect">
            <a:avLst/>
          </a:prstGeom>
        </p:spPr>
      </p:pic>
      <p:pic>
        <p:nvPicPr>
          <p:cNvPr id="10" name="Gráfico 9">
            <a:extLst>
              <a:ext uri="{FF2B5EF4-FFF2-40B4-BE49-F238E27FC236}">
                <a16:creationId xmlns:a16="http://schemas.microsoft.com/office/drawing/2014/main" id="{4290CF32-A13F-27D5-8F66-1FFED30AF5F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16200000">
            <a:off x="10012430" y="-206067"/>
            <a:ext cx="2214082" cy="2334513"/>
          </a:xfrm>
          <a:prstGeom prst="rect">
            <a:avLst/>
          </a:prstGeom>
        </p:spPr>
      </p:pic>
      <p:pic>
        <p:nvPicPr>
          <p:cNvPr id="12" name="Imagen 11">
            <a:extLst>
              <a:ext uri="{FF2B5EF4-FFF2-40B4-BE49-F238E27FC236}">
                <a16:creationId xmlns:a16="http://schemas.microsoft.com/office/drawing/2014/main" id="{733DBA4B-6B86-8C3E-1E70-9708FE1BD640}"/>
              </a:ext>
            </a:extLst>
          </p:cNvPr>
          <p:cNvPicPr>
            <a:picLocks noChangeAspect="1"/>
          </p:cNvPicPr>
          <p:nvPr/>
        </p:nvPicPr>
        <p:blipFill>
          <a:blip r:embed="rId7"/>
          <a:stretch>
            <a:fillRect/>
          </a:stretch>
        </p:blipFill>
        <p:spPr>
          <a:xfrm>
            <a:off x="10682615" y="219393"/>
            <a:ext cx="1160941" cy="1243647"/>
          </a:xfrm>
          <a:prstGeom prst="rect">
            <a:avLst/>
          </a:prstGeom>
        </p:spPr>
      </p:pic>
      <p:graphicFrame>
        <p:nvGraphicFramePr>
          <p:cNvPr id="2" name="Tabla 1">
            <a:extLst>
              <a:ext uri="{FF2B5EF4-FFF2-40B4-BE49-F238E27FC236}">
                <a16:creationId xmlns:a16="http://schemas.microsoft.com/office/drawing/2014/main" id="{473352A3-F405-BA70-2859-DDD6B256E506}"/>
              </a:ext>
            </a:extLst>
          </p:cNvPr>
          <p:cNvGraphicFramePr>
            <a:graphicFrameLocks noGrp="1"/>
          </p:cNvGraphicFramePr>
          <p:nvPr>
            <p:extLst>
              <p:ext uri="{D42A27DB-BD31-4B8C-83A1-F6EECF244321}">
                <p14:modId xmlns:p14="http://schemas.microsoft.com/office/powerpoint/2010/main" val="3645979108"/>
              </p:ext>
            </p:extLst>
          </p:nvPr>
        </p:nvGraphicFramePr>
        <p:xfrm>
          <a:off x="526092" y="841216"/>
          <a:ext cx="8128000" cy="6207760"/>
        </p:xfrm>
        <a:graphic>
          <a:graphicData uri="http://schemas.openxmlformats.org/drawingml/2006/table">
            <a:tbl>
              <a:tblPr firstRow="1" bandRow="1">
                <a:tableStyleId>{5A111915-BE36-4E01-A7E5-04B1672EAD32}</a:tableStyleId>
              </a:tblPr>
              <a:tblGrid>
                <a:gridCol w="8128000">
                  <a:extLst>
                    <a:ext uri="{9D8B030D-6E8A-4147-A177-3AD203B41FA5}">
                      <a16:colId xmlns:a16="http://schemas.microsoft.com/office/drawing/2014/main" val="1969993060"/>
                    </a:ext>
                  </a:extLst>
                </a:gridCol>
              </a:tblGrid>
              <a:tr h="370840">
                <a:tc>
                  <a:txBody>
                    <a:bodyPr/>
                    <a:lstStyle/>
                    <a:p>
                      <a:pPr algn="ctr"/>
                      <a:r>
                        <a:rPr lang="en-US" dirty="0"/>
                        <a:t>MAE</a:t>
                      </a:r>
                      <a:endParaRPr lang="es-CO" dirty="0"/>
                    </a:p>
                  </a:txBody>
                  <a:tcPr/>
                </a:tc>
                <a:extLst>
                  <a:ext uri="{0D108BD9-81ED-4DB2-BD59-A6C34878D82A}">
                    <a16:rowId xmlns:a16="http://schemas.microsoft.com/office/drawing/2014/main" val="1939480204"/>
                  </a:ext>
                </a:extLst>
              </a:tr>
              <a:tr h="370840">
                <a:tc>
                  <a:txBody>
                    <a:bodyPr/>
                    <a:lstStyle/>
                    <a:p>
                      <a:r>
                        <a:rPr lang="es-MX" sz="1100" dirty="0"/>
                        <a:t>En términos sencillos, el MAE nos dice </a:t>
                      </a:r>
                      <a:r>
                        <a:rPr lang="es-MX" sz="1100" b="1" dirty="0"/>
                        <a:t>qué tan lejos están, en promedio, las predicciones de los valores reales</a:t>
                      </a:r>
                      <a:r>
                        <a:rPr lang="es-MX" sz="1100" dirty="0"/>
                        <a:t>, sin importar si la predicción fue por exceso o por defecto.</a:t>
                      </a:r>
                    </a:p>
                    <a:p>
                      <a:r>
                        <a:rPr lang="es-MX" sz="1100" dirty="0"/>
                        <a:t>Se calcula la diferencia entre el valor real y el valor predicho para cada dato.</a:t>
                      </a:r>
                    </a:p>
                    <a:p>
                      <a:r>
                        <a:rPr lang="es-MX" sz="1100" dirty="0"/>
                        <a:t>Se toma el </a:t>
                      </a:r>
                      <a:r>
                        <a:rPr lang="es-MX" sz="1100" b="1" dirty="0"/>
                        <a:t>valor absoluto</a:t>
                      </a:r>
                      <a:r>
                        <a:rPr lang="es-MX" sz="1100" dirty="0"/>
                        <a:t> de esa diferencia (se eliminan los signos negativos).</a:t>
                      </a:r>
                    </a:p>
                    <a:p>
                      <a:r>
                        <a:rPr lang="es-MX" sz="1100" dirty="0"/>
                        <a:t>Se calcula el promedio de todos esos errores absolutos.</a:t>
                      </a:r>
                    </a:p>
                  </a:txBody>
                  <a:tcPr/>
                </a:tc>
                <a:extLst>
                  <a:ext uri="{0D108BD9-81ED-4DB2-BD59-A6C34878D82A}">
                    <a16:rowId xmlns:a16="http://schemas.microsoft.com/office/drawing/2014/main" val="3741021009"/>
                  </a:ext>
                </a:extLst>
              </a:tr>
              <a:tr h="370840">
                <a:tc>
                  <a:txBody>
                    <a:bodyPr/>
                    <a:lstStyle/>
                    <a:p>
                      <a:pPr algn="ctr"/>
                      <a:r>
                        <a:rPr lang="en-US" b="1" dirty="0">
                          <a:solidFill>
                            <a:schemeClr val="bg1"/>
                          </a:solidFill>
                        </a:rPr>
                        <a:t>RMSE</a:t>
                      </a:r>
                      <a:endParaRPr lang="es-CO" b="1" dirty="0">
                        <a:solidFill>
                          <a:schemeClr val="bg1"/>
                        </a:solidFill>
                      </a:endParaRPr>
                    </a:p>
                  </a:txBody>
                  <a:tcPr>
                    <a:solidFill>
                      <a:schemeClr val="accent5"/>
                    </a:solidFill>
                  </a:tcPr>
                </a:tc>
                <a:extLst>
                  <a:ext uri="{0D108BD9-81ED-4DB2-BD59-A6C34878D82A}">
                    <a16:rowId xmlns:a16="http://schemas.microsoft.com/office/drawing/2014/main" val="2008858062"/>
                  </a:ext>
                </a:extLst>
              </a:tr>
              <a:tr h="370840">
                <a:tc>
                  <a:txBody>
                    <a:bodyPr/>
                    <a:lstStyle/>
                    <a:p>
                      <a:r>
                        <a:rPr lang="es-MX" sz="1100" b="0" dirty="0"/>
                        <a:t>El RMSE (</a:t>
                      </a:r>
                      <a:r>
                        <a:rPr lang="es-MX" sz="1100" b="0" i="1" dirty="0" err="1"/>
                        <a:t>Root</a:t>
                      </a:r>
                      <a:r>
                        <a:rPr lang="es-MX" sz="1100" b="0" i="1" dirty="0"/>
                        <a:t> Mean </a:t>
                      </a:r>
                      <a:r>
                        <a:rPr lang="es-MX" sz="1100" b="0" i="1" dirty="0" err="1"/>
                        <a:t>Squared</a:t>
                      </a:r>
                      <a:r>
                        <a:rPr lang="es-MX" sz="1100" b="0" i="1" dirty="0"/>
                        <a:t> Error</a:t>
                      </a:r>
                      <a:r>
                        <a:rPr lang="es-MX" sz="1100" b="0" dirty="0"/>
                        <a:t>) o Raíz del Error Cuadrático Medio, es una de las métricas más utilizadas para medir el error de un modelo de regresión.</a:t>
                      </a:r>
                    </a:p>
                    <a:p>
                      <a:r>
                        <a:rPr lang="es-MX" sz="1100" b="0" dirty="0"/>
                        <a:t>El RMSE penaliza mas los errores grandes, lo que lo hace ideal cuando queremos evitar a toda costa las desviaciones importantes.</a:t>
                      </a:r>
                    </a:p>
                    <a:p>
                      <a:r>
                        <a:rPr lang="es-MX" sz="1100" b="0" dirty="0"/>
                        <a:t>Se calcula la diferencia entre el valor real y el predicho para cada dato.</a:t>
                      </a:r>
                    </a:p>
                    <a:p>
                      <a:r>
                        <a:rPr lang="es-MX" sz="1100" b="0" dirty="0"/>
                        <a:t>Cada diferencia se eleva al cuadrado (esto elimina los signos negativos y da más peso a los errores grandes).</a:t>
                      </a:r>
                    </a:p>
                    <a:p>
                      <a:r>
                        <a:rPr lang="es-MX" sz="1100" b="0" dirty="0"/>
                        <a:t>Se calcula el promedio de esos cuadrados.</a:t>
                      </a:r>
                    </a:p>
                    <a:p>
                      <a:r>
                        <a:rPr lang="es-MX" sz="1100" b="0" dirty="0"/>
                        <a:t>Se obtiene la raíz cuadrada del resul</a:t>
                      </a:r>
                      <a:r>
                        <a:rPr lang="es-MX" sz="1100" dirty="0"/>
                        <a:t>tado final para volver a las unidades originales de los datos.</a:t>
                      </a:r>
                    </a:p>
                  </a:txBody>
                  <a:tcPr/>
                </a:tc>
                <a:extLst>
                  <a:ext uri="{0D108BD9-81ED-4DB2-BD59-A6C34878D82A}">
                    <a16:rowId xmlns:a16="http://schemas.microsoft.com/office/drawing/2014/main" val="135633048"/>
                  </a:ext>
                </a:extLst>
              </a:tr>
              <a:tr h="370840">
                <a:tc>
                  <a:txBody>
                    <a:bodyPr/>
                    <a:lstStyle/>
                    <a:p>
                      <a:pPr algn="ctr"/>
                      <a:r>
                        <a:rPr lang="es-CO" sz="1800" b="1" kern="1200" dirty="0">
                          <a:solidFill>
                            <a:schemeClr val="bg1"/>
                          </a:solidFill>
                          <a:effectLst/>
                          <a:latin typeface="+mn-lt"/>
                          <a:ea typeface="+mn-ea"/>
                          <a:cs typeface="+mn-cs"/>
                        </a:rPr>
                        <a:t>R2</a:t>
                      </a:r>
                      <a:endParaRPr lang="es-CO" dirty="0">
                        <a:solidFill>
                          <a:schemeClr val="bg1"/>
                        </a:solidFill>
                      </a:endParaRPr>
                    </a:p>
                  </a:txBody>
                  <a:tcPr>
                    <a:solidFill>
                      <a:schemeClr val="accent5"/>
                    </a:solidFill>
                  </a:tcPr>
                </a:tc>
                <a:extLst>
                  <a:ext uri="{0D108BD9-81ED-4DB2-BD59-A6C34878D82A}">
                    <a16:rowId xmlns:a16="http://schemas.microsoft.com/office/drawing/2014/main" val="2442497377"/>
                  </a:ext>
                </a:extLst>
              </a:tr>
              <a:tr h="370840">
                <a:tc>
                  <a:txBody>
                    <a:bodyPr/>
                    <a:lstStyle/>
                    <a:p>
                      <a:pPr rtl="0"/>
                      <a:r>
                        <a:rPr lang="es-MX" sz="1100" b="0" dirty="0">
                          <a:effectLst/>
                        </a:rPr>
                        <a:t>También conocido como coeficiente de determinación, es una métrica estadística que indica qué proporción de la varianza de la variable dependiente (lo que se quiere predecir) es explicada por el modelo.</a:t>
                      </a:r>
                    </a:p>
                    <a:p>
                      <a:pPr rtl="0"/>
                      <a:r>
                        <a:rPr lang="es-MX" sz="1100" b="0" dirty="0">
                          <a:effectLst/>
                        </a:rPr>
                        <a:t>En palabras simples: mide qué tan bien se ajusta el modelo a los datos en comparación con un modelo que simplemente usara el promedio como predicción. </a:t>
                      </a:r>
                    </a:p>
                    <a:p>
                      <a:pPr rtl="0"/>
                      <a:r>
                        <a:rPr lang="es-MX" sz="1100" b="0" dirty="0">
                          <a:effectLst/>
                        </a:rPr>
                        <a:t>El valor de R2 suele oscilar entre 0 y 1 (aunque en casos de modelos muy malos puede ser negativo)</a:t>
                      </a:r>
                      <a:endParaRPr lang="es-MX" sz="1100" b="0" dirty="0"/>
                    </a:p>
                  </a:txBody>
                  <a:tcPr/>
                </a:tc>
                <a:extLst>
                  <a:ext uri="{0D108BD9-81ED-4DB2-BD59-A6C34878D82A}">
                    <a16:rowId xmlns:a16="http://schemas.microsoft.com/office/drawing/2014/main" val="3138461896"/>
                  </a:ext>
                </a:extLst>
              </a:tr>
              <a:tr h="370840">
                <a:tc>
                  <a:txBody>
                    <a:bodyPr/>
                    <a:lstStyle/>
                    <a:p>
                      <a:pPr algn="ctr"/>
                      <a:r>
                        <a:rPr lang="es-CO" b="1" dirty="0">
                          <a:solidFill>
                            <a:schemeClr val="bg1"/>
                          </a:solidFill>
                        </a:rPr>
                        <a:t>MAPE</a:t>
                      </a:r>
                    </a:p>
                  </a:txBody>
                  <a:tcPr>
                    <a:solidFill>
                      <a:schemeClr val="accent5"/>
                    </a:solidFill>
                  </a:tcPr>
                </a:tc>
                <a:extLst>
                  <a:ext uri="{0D108BD9-81ED-4DB2-BD59-A6C34878D82A}">
                    <a16:rowId xmlns:a16="http://schemas.microsoft.com/office/drawing/2014/main" val="2583747144"/>
                  </a:ext>
                </a:extLst>
              </a:tr>
              <a:tr h="370840">
                <a:tc>
                  <a:txBody>
                    <a:bodyPr/>
                    <a:lstStyle/>
                    <a:p>
                      <a:pPr rtl="0"/>
                      <a:r>
                        <a:rPr lang="es-MX" sz="1100" b="0" dirty="0">
                          <a:effectLst/>
                        </a:rPr>
                        <a:t>El Error Porcentual Absoluto Medio, es una métrica que mide la precisión de un modelo en términos de porcentaje.</a:t>
                      </a:r>
                    </a:p>
                    <a:p>
                      <a:pPr rtl="0"/>
                      <a:r>
                        <a:rPr lang="es-MX" sz="1100" b="0" dirty="0">
                          <a:effectLst/>
                        </a:rPr>
                        <a:t>A diferencia del MAE o el RMSE, que dan el error en unidades físicas (kilobytes en nuestro caso), el MAPE dice qué tan grande es el error en relación con el valor real. </a:t>
                      </a:r>
                    </a:p>
                    <a:p>
                      <a:pPr rtl="0"/>
                      <a:r>
                        <a:rPr lang="es-MX" sz="1100" b="0" dirty="0">
                          <a:effectLst/>
                        </a:rPr>
                        <a:t>Primero se calcula la diferencia entre el valor real y el predicho, se divide esa diferencia por el valor real (esto lo convierte en una proporción), se toma el valor absoluto para que los errores no se cancelen, finalmente se calcula el promedio de esos valores y se multiplica por 100 para obtener el porcentaje.</a:t>
                      </a:r>
                    </a:p>
                    <a:p>
                      <a:pPr rtl="0"/>
                      <a:r>
                        <a:rPr lang="es-MX" sz="1100" b="0" dirty="0">
                          <a:effectLst/>
                        </a:rPr>
                        <a:t>En nuestro proyecto se usó el MAPE porque es muy fácil de comunicar a personas que no son técnicas. Decir "tenemos un error del 5%" es más intuitivo que decir "tenemos un error de 4,320 unidades".</a:t>
                      </a:r>
                    </a:p>
                    <a:p>
                      <a:endParaRPr lang="es-CO" sz="1100" b="0" dirty="0">
                        <a:solidFill>
                          <a:schemeClr val="bg1"/>
                        </a:solidFill>
                      </a:endParaRPr>
                    </a:p>
                  </a:txBody>
                  <a:tcPr>
                    <a:noFill/>
                  </a:tcPr>
                </a:tc>
                <a:extLst>
                  <a:ext uri="{0D108BD9-81ED-4DB2-BD59-A6C34878D82A}">
                    <a16:rowId xmlns:a16="http://schemas.microsoft.com/office/drawing/2014/main" val="3259113937"/>
                  </a:ext>
                </a:extLst>
              </a:tr>
            </a:tbl>
          </a:graphicData>
        </a:graphic>
      </p:graphicFrame>
    </p:spTree>
    <p:extLst>
      <p:ext uri="{BB962C8B-B14F-4D97-AF65-F5344CB8AC3E}">
        <p14:creationId xmlns:p14="http://schemas.microsoft.com/office/powerpoint/2010/main" val="26444755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D776F642-BE41-1119-FE20-B1594E86151E}"/>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DB27F4D3-8AFC-4470-55BA-19C79A59CC64}"/>
              </a:ext>
            </a:extLst>
          </p:cNvPr>
          <p:cNvSpPr txBox="1">
            <a:spLocks/>
          </p:cNvSpPr>
          <p:nvPr/>
        </p:nvSpPr>
        <p:spPr>
          <a:xfrm>
            <a:off x="1394298" y="576867"/>
            <a:ext cx="6392357" cy="768643"/>
          </a:xfrm>
          <a:prstGeom prst="rect">
            <a:avLst/>
          </a:prstGeom>
        </p:spPr>
        <p:txBody>
          <a:bodyPr vert="horz" lIns="68580" tIns="34290" rIns="68580" bIns="3429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10000"/>
              </a:lnSpc>
            </a:pPr>
            <a:endParaRPr lang="es-CO" sz="3750" b="1" dirty="0">
              <a:solidFill>
                <a:schemeClr val="tx2">
                  <a:lumMod val="50000"/>
                </a:schemeClr>
              </a:solidFill>
              <a:latin typeface="+mn-lt"/>
            </a:endParaRPr>
          </a:p>
          <a:p>
            <a:pPr algn="ctr">
              <a:lnSpc>
                <a:spcPct val="110000"/>
              </a:lnSpc>
            </a:pPr>
            <a:r>
              <a:rPr lang="es-CO" sz="18500" b="1" dirty="0">
                <a:solidFill>
                  <a:schemeClr val="tx2">
                    <a:lumMod val="50000"/>
                  </a:schemeClr>
                </a:solidFill>
                <a:latin typeface="+mn-lt"/>
              </a:rPr>
              <a:t>Penetración del Internet por País.  </a:t>
            </a:r>
          </a:p>
          <a:p>
            <a:pPr>
              <a:lnSpc>
                <a:spcPct val="110000"/>
              </a:lnSpc>
            </a:pPr>
            <a:endParaRPr lang="es-CO" sz="3750" b="1" dirty="0">
              <a:solidFill>
                <a:schemeClr val="tx2">
                  <a:lumMod val="50000"/>
                </a:schemeClr>
              </a:solidFill>
              <a:latin typeface="Futura Std Book" panose="020B0502020204020303" pitchFamily="34" charset="77"/>
            </a:endParaRPr>
          </a:p>
        </p:txBody>
      </p:sp>
      <p:sp>
        <p:nvSpPr>
          <p:cNvPr id="8" name="CuadroTexto 7">
            <a:extLst>
              <a:ext uri="{FF2B5EF4-FFF2-40B4-BE49-F238E27FC236}">
                <a16:creationId xmlns:a16="http://schemas.microsoft.com/office/drawing/2014/main" id="{F37ABD6E-7F5C-07AF-657A-C517FB410193}"/>
              </a:ext>
            </a:extLst>
          </p:cNvPr>
          <p:cNvSpPr txBox="1"/>
          <p:nvPr/>
        </p:nvSpPr>
        <p:spPr>
          <a:xfrm>
            <a:off x="99390" y="5348615"/>
            <a:ext cx="9273209" cy="1323439"/>
          </a:xfrm>
          <a:prstGeom prst="rect">
            <a:avLst/>
          </a:prstGeom>
          <a:noFill/>
        </p:spPr>
        <p:txBody>
          <a:bodyPr wrap="square" rtlCol="0">
            <a:spAutoFit/>
          </a:bodyPr>
          <a:lstStyle/>
          <a:p>
            <a:r>
              <a:rPr lang="es-MX" sz="2000" dirty="0">
                <a:solidFill>
                  <a:schemeClr val="tx2">
                    <a:lumMod val="50000"/>
                  </a:schemeClr>
                </a:solidFill>
              </a:rPr>
              <a:t>Este mapa evidencia la brecha digital global: los países con mayor acceso a Internet se agrupan en Europa y Norteamérica, mientras que África presenta los niveles más bajos. En América Latina, Colombia se ubica en un rango intermedio, reflejando avances importantes pero aún con retos de cobertura y desigualdad territorial.</a:t>
            </a:r>
            <a:endParaRPr lang="es-CO" sz="2000" dirty="0">
              <a:solidFill>
                <a:schemeClr val="tx2">
                  <a:lumMod val="50000"/>
                </a:schemeClr>
              </a:solidFill>
            </a:endParaRPr>
          </a:p>
        </p:txBody>
      </p:sp>
      <p:pic>
        <p:nvPicPr>
          <p:cNvPr id="13" name="Imagen 12">
            <a:extLst>
              <a:ext uri="{FF2B5EF4-FFF2-40B4-BE49-F238E27FC236}">
                <a16:creationId xmlns:a16="http://schemas.microsoft.com/office/drawing/2014/main" id="{8562CA4C-84A3-ECA0-56BE-2716F47C2FEC}"/>
              </a:ext>
            </a:extLst>
          </p:cNvPr>
          <p:cNvPicPr>
            <a:picLocks noChangeAspect="1"/>
          </p:cNvPicPr>
          <p:nvPr/>
        </p:nvPicPr>
        <p:blipFill>
          <a:blip r:embed="rId3"/>
          <a:stretch>
            <a:fillRect/>
          </a:stretch>
        </p:blipFill>
        <p:spPr>
          <a:xfrm rot="10800000" flipH="1">
            <a:off x="8497815" y="1912273"/>
            <a:ext cx="2908797" cy="6146129"/>
          </a:xfrm>
          <a:prstGeom prst="rect">
            <a:avLst/>
          </a:prstGeom>
        </p:spPr>
      </p:pic>
      <p:pic>
        <p:nvPicPr>
          <p:cNvPr id="5" name="Imagen 4">
            <a:extLst>
              <a:ext uri="{FF2B5EF4-FFF2-40B4-BE49-F238E27FC236}">
                <a16:creationId xmlns:a16="http://schemas.microsoft.com/office/drawing/2014/main" id="{DC6630D4-D61C-381E-F515-0E51CA241882}"/>
              </a:ext>
            </a:extLst>
          </p:cNvPr>
          <p:cNvPicPr>
            <a:picLocks noChangeAspect="1"/>
          </p:cNvPicPr>
          <p:nvPr/>
        </p:nvPicPr>
        <p:blipFill>
          <a:blip r:embed="rId4"/>
          <a:stretch>
            <a:fillRect/>
          </a:stretch>
        </p:blipFill>
        <p:spPr>
          <a:xfrm>
            <a:off x="8810370" y="-91440"/>
            <a:ext cx="3564510" cy="7024947"/>
          </a:xfrm>
          <a:prstGeom prst="rect">
            <a:avLst/>
          </a:prstGeom>
        </p:spPr>
      </p:pic>
      <p:pic>
        <p:nvPicPr>
          <p:cNvPr id="10" name="Gráfico 9">
            <a:extLst>
              <a:ext uri="{FF2B5EF4-FFF2-40B4-BE49-F238E27FC236}">
                <a16:creationId xmlns:a16="http://schemas.microsoft.com/office/drawing/2014/main" id="{A86ECAD8-DC21-3255-DE41-B4E3063530D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16200000">
            <a:off x="10012430" y="-206067"/>
            <a:ext cx="2214082" cy="2334513"/>
          </a:xfrm>
          <a:prstGeom prst="rect">
            <a:avLst/>
          </a:prstGeom>
        </p:spPr>
      </p:pic>
      <p:pic>
        <p:nvPicPr>
          <p:cNvPr id="12" name="Imagen 11">
            <a:extLst>
              <a:ext uri="{FF2B5EF4-FFF2-40B4-BE49-F238E27FC236}">
                <a16:creationId xmlns:a16="http://schemas.microsoft.com/office/drawing/2014/main" id="{69C34A78-108B-C25D-D886-D5FEF4CBA33E}"/>
              </a:ext>
            </a:extLst>
          </p:cNvPr>
          <p:cNvPicPr>
            <a:picLocks noChangeAspect="1"/>
          </p:cNvPicPr>
          <p:nvPr/>
        </p:nvPicPr>
        <p:blipFill>
          <a:blip r:embed="rId7"/>
          <a:stretch>
            <a:fillRect/>
          </a:stretch>
        </p:blipFill>
        <p:spPr>
          <a:xfrm>
            <a:off x="10682615" y="219393"/>
            <a:ext cx="1160941" cy="1243647"/>
          </a:xfrm>
          <a:prstGeom prst="rect">
            <a:avLst/>
          </a:prstGeom>
        </p:spPr>
      </p:pic>
      <p:pic>
        <p:nvPicPr>
          <p:cNvPr id="3" name="Imagen 2" descr="Mapa&#10;&#10;El contenido generado por IA puede ser incorrecto.">
            <a:extLst>
              <a:ext uri="{FF2B5EF4-FFF2-40B4-BE49-F238E27FC236}">
                <a16:creationId xmlns:a16="http://schemas.microsoft.com/office/drawing/2014/main" id="{A119572A-AD9B-5E45-06C4-CC20C466F837}"/>
              </a:ext>
            </a:extLst>
          </p:cNvPr>
          <p:cNvPicPr>
            <a:picLocks noChangeAspect="1"/>
          </p:cNvPicPr>
          <p:nvPr/>
        </p:nvPicPr>
        <p:blipFill>
          <a:blip r:embed="rId8"/>
          <a:stretch>
            <a:fillRect/>
          </a:stretch>
        </p:blipFill>
        <p:spPr>
          <a:xfrm>
            <a:off x="1630523" y="1721395"/>
            <a:ext cx="6779139" cy="3481370"/>
          </a:xfrm>
          <a:prstGeom prst="rect">
            <a:avLst/>
          </a:prstGeom>
        </p:spPr>
      </p:pic>
      <p:pic>
        <p:nvPicPr>
          <p:cNvPr id="6" name="Imagen 5" descr="Código QR&#10;&#10;El contenido generado por IA puede ser incorrecto.">
            <a:extLst>
              <a:ext uri="{FF2B5EF4-FFF2-40B4-BE49-F238E27FC236}">
                <a16:creationId xmlns:a16="http://schemas.microsoft.com/office/drawing/2014/main" id="{26C5DD70-E33D-C3AD-5192-0BD765C1819F}"/>
              </a:ext>
            </a:extLst>
          </p:cNvPr>
          <p:cNvPicPr>
            <a:picLocks noChangeAspect="1"/>
          </p:cNvPicPr>
          <p:nvPr/>
        </p:nvPicPr>
        <p:blipFill>
          <a:blip r:embed="rId9"/>
          <a:stretch>
            <a:fillRect/>
          </a:stretch>
        </p:blipFill>
        <p:spPr>
          <a:xfrm>
            <a:off x="300351" y="2917537"/>
            <a:ext cx="1093947" cy="1089085"/>
          </a:xfrm>
          <a:prstGeom prst="rect">
            <a:avLst/>
          </a:prstGeom>
        </p:spPr>
      </p:pic>
    </p:spTree>
    <p:extLst>
      <p:ext uri="{BB962C8B-B14F-4D97-AF65-F5344CB8AC3E}">
        <p14:creationId xmlns:p14="http://schemas.microsoft.com/office/powerpoint/2010/main" val="4638832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240583E-81AE-A3D4-9D35-D413EA2CD5C6}"/>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18107A96-ED22-DDD2-B363-1A3070F179CD}"/>
              </a:ext>
            </a:extLst>
          </p:cNvPr>
          <p:cNvSpPr txBox="1">
            <a:spLocks/>
          </p:cNvSpPr>
          <p:nvPr/>
        </p:nvSpPr>
        <p:spPr>
          <a:xfrm>
            <a:off x="1394298" y="576867"/>
            <a:ext cx="6392357" cy="768643"/>
          </a:xfrm>
          <a:prstGeom prst="rect">
            <a:avLst/>
          </a:prstGeom>
        </p:spPr>
        <p:txBody>
          <a:bodyPr vert="horz" lIns="68580" tIns="34290" rIns="68580" bIns="3429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10000"/>
              </a:lnSpc>
            </a:pPr>
            <a:endParaRPr lang="es-CO" sz="3750" b="1" dirty="0">
              <a:solidFill>
                <a:schemeClr val="tx2">
                  <a:lumMod val="50000"/>
                </a:schemeClr>
              </a:solidFill>
              <a:latin typeface="+mn-lt"/>
            </a:endParaRPr>
          </a:p>
          <a:p>
            <a:pPr algn="ctr">
              <a:lnSpc>
                <a:spcPct val="110000"/>
              </a:lnSpc>
            </a:pPr>
            <a:r>
              <a:rPr lang="es-CO" sz="18500" b="1" dirty="0">
                <a:solidFill>
                  <a:schemeClr val="tx2">
                    <a:lumMod val="50000"/>
                  </a:schemeClr>
                </a:solidFill>
                <a:latin typeface="+mn-lt"/>
              </a:rPr>
              <a:t>Estado del Arte</a:t>
            </a:r>
          </a:p>
          <a:p>
            <a:pPr algn="ctr">
              <a:lnSpc>
                <a:spcPct val="110000"/>
              </a:lnSpc>
            </a:pPr>
            <a:endParaRPr lang="es-CO" sz="18500" b="1" dirty="0">
              <a:solidFill>
                <a:schemeClr val="tx2">
                  <a:lumMod val="50000"/>
                </a:schemeClr>
              </a:solidFill>
              <a:latin typeface="+mn-lt"/>
            </a:endParaRPr>
          </a:p>
          <a:p>
            <a:pPr>
              <a:lnSpc>
                <a:spcPct val="110000"/>
              </a:lnSpc>
            </a:pPr>
            <a:endParaRPr lang="es-CO" sz="3750" b="1" dirty="0">
              <a:solidFill>
                <a:schemeClr val="tx2">
                  <a:lumMod val="50000"/>
                </a:schemeClr>
              </a:solidFill>
              <a:latin typeface="Futura Std Book" panose="020B0502020204020303" pitchFamily="34" charset="77"/>
            </a:endParaRPr>
          </a:p>
        </p:txBody>
      </p:sp>
      <p:pic>
        <p:nvPicPr>
          <p:cNvPr id="13" name="Imagen 12">
            <a:extLst>
              <a:ext uri="{FF2B5EF4-FFF2-40B4-BE49-F238E27FC236}">
                <a16:creationId xmlns:a16="http://schemas.microsoft.com/office/drawing/2014/main" id="{6664A7A5-7EBF-5EF8-357A-A8F1BF66283A}"/>
              </a:ext>
            </a:extLst>
          </p:cNvPr>
          <p:cNvPicPr>
            <a:picLocks noChangeAspect="1"/>
          </p:cNvPicPr>
          <p:nvPr/>
        </p:nvPicPr>
        <p:blipFill>
          <a:blip r:embed="rId3"/>
          <a:stretch>
            <a:fillRect/>
          </a:stretch>
        </p:blipFill>
        <p:spPr>
          <a:xfrm rot="10800000" flipH="1">
            <a:off x="8497815" y="1912273"/>
            <a:ext cx="2908797" cy="6146129"/>
          </a:xfrm>
          <a:prstGeom prst="rect">
            <a:avLst/>
          </a:prstGeom>
        </p:spPr>
      </p:pic>
      <p:pic>
        <p:nvPicPr>
          <p:cNvPr id="5" name="Imagen 4">
            <a:extLst>
              <a:ext uri="{FF2B5EF4-FFF2-40B4-BE49-F238E27FC236}">
                <a16:creationId xmlns:a16="http://schemas.microsoft.com/office/drawing/2014/main" id="{E0E09202-C8C0-C308-6571-2394FF85E79E}"/>
              </a:ext>
            </a:extLst>
          </p:cNvPr>
          <p:cNvPicPr>
            <a:picLocks noChangeAspect="1"/>
          </p:cNvPicPr>
          <p:nvPr/>
        </p:nvPicPr>
        <p:blipFill>
          <a:blip r:embed="rId4"/>
          <a:stretch>
            <a:fillRect/>
          </a:stretch>
        </p:blipFill>
        <p:spPr>
          <a:xfrm>
            <a:off x="8810370" y="-91440"/>
            <a:ext cx="3564510" cy="7024947"/>
          </a:xfrm>
          <a:prstGeom prst="rect">
            <a:avLst/>
          </a:prstGeom>
        </p:spPr>
      </p:pic>
      <p:pic>
        <p:nvPicPr>
          <p:cNvPr id="10" name="Gráfico 9">
            <a:extLst>
              <a:ext uri="{FF2B5EF4-FFF2-40B4-BE49-F238E27FC236}">
                <a16:creationId xmlns:a16="http://schemas.microsoft.com/office/drawing/2014/main" id="{E46F4F5E-A69B-7227-CEA7-992E9339D0A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16200000">
            <a:off x="10012430" y="-206067"/>
            <a:ext cx="2214082" cy="2334513"/>
          </a:xfrm>
          <a:prstGeom prst="rect">
            <a:avLst/>
          </a:prstGeom>
        </p:spPr>
      </p:pic>
      <p:pic>
        <p:nvPicPr>
          <p:cNvPr id="12" name="Imagen 11">
            <a:extLst>
              <a:ext uri="{FF2B5EF4-FFF2-40B4-BE49-F238E27FC236}">
                <a16:creationId xmlns:a16="http://schemas.microsoft.com/office/drawing/2014/main" id="{20F80AAB-CA52-4A4D-E321-D68DA337D6C6}"/>
              </a:ext>
            </a:extLst>
          </p:cNvPr>
          <p:cNvPicPr>
            <a:picLocks noChangeAspect="1"/>
          </p:cNvPicPr>
          <p:nvPr/>
        </p:nvPicPr>
        <p:blipFill>
          <a:blip r:embed="rId7"/>
          <a:stretch>
            <a:fillRect/>
          </a:stretch>
        </p:blipFill>
        <p:spPr>
          <a:xfrm>
            <a:off x="10682615" y="219393"/>
            <a:ext cx="1160941" cy="1243647"/>
          </a:xfrm>
          <a:prstGeom prst="rect">
            <a:avLst/>
          </a:prstGeom>
        </p:spPr>
      </p:pic>
      <p:pic>
        <p:nvPicPr>
          <p:cNvPr id="6" name="Imagen 5" descr="Escala de tiempo, Código QR&#10;&#10;El contenido generado por IA puede ser incorrecto.">
            <a:extLst>
              <a:ext uri="{FF2B5EF4-FFF2-40B4-BE49-F238E27FC236}">
                <a16:creationId xmlns:a16="http://schemas.microsoft.com/office/drawing/2014/main" id="{3D76C058-3CB5-109E-70E9-E2F9746C77BF}"/>
              </a:ext>
            </a:extLst>
          </p:cNvPr>
          <p:cNvPicPr>
            <a:picLocks noChangeAspect="1"/>
          </p:cNvPicPr>
          <p:nvPr/>
        </p:nvPicPr>
        <p:blipFill>
          <a:blip r:embed="rId8"/>
          <a:stretch>
            <a:fillRect/>
          </a:stretch>
        </p:blipFill>
        <p:spPr>
          <a:xfrm>
            <a:off x="1166698" y="1227075"/>
            <a:ext cx="6760194" cy="5221884"/>
          </a:xfrm>
          <a:prstGeom prst="rect">
            <a:avLst/>
          </a:prstGeom>
        </p:spPr>
      </p:pic>
    </p:spTree>
    <p:extLst>
      <p:ext uri="{BB962C8B-B14F-4D97-AF65-F5344CB8AC3E}">
        <p14:creationId xmlns:p14="http://schemas.microsoft.com/office/powerpoint/2010/main" val="32713624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ítulo 1">
            <a:extLst>
              <a:ext uri="{FF2B5EF4-FFF2-40B4-BE49-F238E27FC236}">
                <a16:creationId xmlns:a16="http://schemas.microsoft.com/office/drawing/2014/main" id="{65F5A741-84AA-FAB8-9D4F-D8104036E802}"/>
              </a:ext>
            </a:extLst>
          </p:cNvPr>
          <p:cNvSpPr txBox="1">
            <a:spLocks/>
          </p:cNvSpPr>
          <p:nvPr/>
        </p:nvSpPr>
        <p:spPr>
          <a:xfrm>
            <a:off x="1394298" y="1269109"/>
            <a:ext cx="6392357" cy="768643"/>
          </a:xfrm>
          <a:prstGeom prst="rect">
            <a:avLst/>
          </a:prstGeom>
        </p:spPr>
        <p:txBody>
          <a:bodyPr vert="horz" lIns="68580" tIns="34290" rIns="68580" bIns="3429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10000"/>
              </a:lnSpc>
            </a:pPr>
            <a:endParaRPr lang="es-CO" sz="3750" b="1" dirty="0">
              <a:solidFill>
                <a:schemeClr val="tx2">
                  <a:lumMod val="50000"/>
                </a:schemeClr>
              </a:solidFill>
              <a:latin typeface="+mn-lt"/>
            </a:endParaRPr>
          </a:p>
          <a:p>
            <a:pPr algn="ctr">
              <a:lnSpc>
                <a:spcPct val="110000"/>
              </a:lnSpc>
            </a:pPr>
            <a:r>
              <a:rPr lang="es-CO" sz="18500" b="1" dirty="0">
                <a:solidFill>
                  <a:schemeClr val="tx2">
                    <a:lumMod val="50000"/>
                  </a:schemeClr>
                </a:solidFill>
                <a:latin typeface="+mn-lt"/>
              </a:rPr>
              <a:t>Título</a:t>
            </a:r>
          </a:p>
          <a:p>
            <a:pPr>
              <a:lnSpc>
                <a:spcPct val="110000"/>
              </a:lnSpc>
            </a:pPr>
            <a:endParaRPr lang="es-CO" sz="3750" b="1" dirty="0">
              <a:solidFill>
                <a:schemeClr val="tx2">
                  <a:lumMod val="50000"/>
                </a:schemeClr>
              </a:solidFill>
              <a:latin typeface="Futura Std Book" panose="020B0502020204020303" pitchFamily="34" charset="77"/>
            </a:endParaRPr>
          </a:p>
        </p:txBody>
      </p:sp>
      <p:sp>
        <p:nvSpPr>
          <p:cNvPr id="8" name="CuadroTexto 7">
            <a:extLst>
              <a:ext uri="{FF2B5EF4-FFF2-40B4-BE49-F238E27FC236}">
                <a16:creationId xmlns:a16="http://schemas.microsoft.com/office/drawing/2014/main" id="{AD0187D2-C0A6-6B2A-120E-E556BD7D5F1A}"/>
              </a:ext>
            </a:extLst>
          </p:cNvPr>
          <p:cNvSpPr txBox="1"/>
          <p:nvPr/>
        </p:nvSpPr>
        <p:spPr>
          <a:xfrm>
            <a:off x="1208379" y="2286976"/>
            <a:ext cx="6764197" cy="3477875"/>
          </a:xfrm>
          <a:prstGeom prst="rect">
            <a:avLst/>
          </a:prstGeom>
          <a:noFill/>
        </p:spPr>
        <p:txBody>
          <a:bodyPr wrap="square" rtlCol="0">
            <a:spAutoFit/>
          </a:bodyPr>
          <a:lstStyle/>
          <a:p>
            <a:r>
              <a:rPr lang="es-CO" sz="2200" dirty="0" err="1">
                <a:solidFill>
                  <a:schemeClr val="tx2">
                    <a:lumMod val="50000"/>
                  </a:schemeClr>
                </a:solidFill>
              </a:rPr>
              <a:t>Lorem</a:t>
            </a:r>
            <a:r>
              <a:rPr lang="es-CO" sz="2200" dirty="0">
                <a:solidFill>
                  <a:schemeClr val="tx2">
                    <a:lumMod val="50000"/>
                  </a:schemeClr>
                </a:solidFill>
              </a:rPr>
              <a:t> </a:t>
            </a:r>
            <a:r>
              <a:rPr lang="es-CO" sz="2200" dirty="0" err="1">
                <a:solidFill>
                  <a:schemeClr val="tx2">
                    <a:lumMod val="50000"/>
                  </a:schemeClr>
                </a:solidFill>
              </a:rPr>
              <a:t>ipsum</a:t>
            </a:r>
            <a:r>
              <a:rPr lang="es-CO" sz="2200" dirty="0">
                <a:solidFill>
                  <a:schemeClr val="tx2">
                    <a:lumMod val="50000"/>
                  </a:schemeClr>
                </a:solidFill>
              </a:rPr>
              <a:t> dolor </a:t>
            </a:r>
            <a:r>
              <a:rPr lang="es-CO" sz="2200" dirty="0" err="1">
                <a:solidFill>
                  <a:schemeClr val="tx2">
                    <a:lumMod val="50000"/>
                  </a:schemeClr>
                </a:solidFill>
              </a:rPr>
              <a:t>sit</a:t>
            </a:r>
            <a:r>
              <a:rPr lang="es-CO" sz="2200" dirty="0">
                <a:solidFill>
                  <a:schemeClr val="tx2">
                    <a:lumMod val="50000"/>
                  </a:schemeClr>
                </a:solidFill>
              </a:rPr>
              <a:t> </a:t>
            </a:r>
            <a:r>
              <a:rPr lang="es-CO" sz="2200" dirty="0" err="1">
                <a:solidFill>
                  <a:schemeClr val="tx2">
                    <a:lumMod val="50000"/>
                  </a:schemeClr>
                </a:solidFill>
              </a:rPr>
              <a:t>amet</a:t>
            </a:r>
            <a:r>
              <a:rPr lang="es-CO" sz="2200" dirty="0">
                <a:solidFill>
                  <a:schemeClr val="tx2">
                    <a:lumMod val="50000"/>
                  </a:schemeClr>
                </a:solidFill>
              </a:rPr>
              <a:t>, </a:t>
            </a:r>
            <a:r>
              <a:rPr lang="es-CO" sz="2200" dirty="0" err="1">
                <a:solidFill>
                  <a:schemeClr val="tx2">
                    <a:lumMod val="50000"/>
                  </a:schemeClr>
                </a:solidFill>
              </a:rPr>
              <a:t>consectetuer</a:t>
            </a:r>
            <a:r>
              <a:rPr lang="es-CO" sz="2200" dirty="0">
                <a:solidFill>
                  <a:schemeClr val="tx2">
                    <a:lumMod val="50000"/>
                  </a:schemeClr>
                </a:solidFill>
              </a:rPr>
              <a:t> </a:t>
            </a:r>
            <a:r>
              <a:rPr lang="es-CO" sz="2200" dirty="0" err="1">
                <a:solidFill>
                  <a:schemeClr val="tx2">
                    <a:lumMod val="50000"/>
                  </a:schemeClr>
                </a:solidFill>
              </a:rPr>
              <a:t>adipiscing</a:t>
            </a:r>
            <a:r>
              <a:rPr lang="es-CO" sz="2200" dirty="0">
                <a:solidFill>
                  <a:schemeClr val="tx2">
                    <a:lumMod val="50000"/>
                  </a:schemeClr>
                </a:solidFill>
              </a:rPr>
              <a:t> </a:t>
            </a:r>
            <a:r>
              <a:rPr lang="es-CO" sz="2200" dirty="0" err="1">
                <a:solidFill>
                  <a:schemeClr val="tx2">
                    <a:lumMod val="50000"/>
                  </a:schemeClr>
                </a:solidFill>
              </a:rPr>
              <a:t>elit</a:t>
            </a:r>
            <a:r>
              <a:rPr lang="es-CO" sz="2200" dirty="0">
                <a:solidFill>
                  <a:schemeClr val="tx2">
                    <a:lumMod val="50000"/>
                  </a:schemeClr>
                </a:solidFill>
              </a:rPr>
              <a:t>, sed </a:t>
            </a:r>
            <a:r>
              <a:rPr lang="es-CO" sz="2200" dirty="0" err="1">
                <a:solidFill>
                  <a:schemeClr val="tx2">
                    <a:lumMod val="50000"/>
                  </a:schemeClr>
                </a:solidFill>
              </a:rPr>
              <a:t>diam</a:t>
            </a:r>
            <a:r>
              <a:rPr lang="es-CO" sz="2200" dirty="0">
                <a:solidFill>
                  <a:schemeClr val="tx2">
                    <a:lumMod val="50000"/>
                  </a:schemeClr>
                </a:solidFill>
              </a:rPr>
              <a:t> </a:t>
            </a:r>
            <a:r>
              <a:rPr lang="es-CO" sz="2200" dirty="0" err="1">
                <a:solidFill>
                  <a:schemeClr val="tx2">
                    <a:lumMod val="50000"/>
                  </a:schemeClr>
                </a:solidFill>
              </a:rPr>
              <a:t>nonummy</a:t>
            </a:r>
            <a:r>
              <a:rPr lang="es-CO" sz="2200" dirty="0">
                <a:solidFill>
                  <a:schemeClr val="tx2">
                    <a:lumMod val="50000"/>
                  </a:schemeClr>
                </a:solidFill>
              </a:rPr>
              <a:t> </a:t>
            </a:r>
            <a:r>
              <a:rPr lang="es-CO" sz="2200" dirty="0" err="1">
                <a:solidFill>
                  <a:schemeClr val="tx2">
                    <a:lumMod val="50000"/>
                  </a:schemeClr>
                </a:solidFill>
              </a:rPr>
              <a:t>nibh</a:t>
            </a:r>
            <a:r>
              <a:rPr lang="es-CO" sz="2200" dirty="0">
                <a:solidFill>
                  <a:schemeClr val="tx2">
                    <a:lumMod val="50000"/>
                  </a:schemeClr>
                </a:solidFill>
              </a:rPr>
              <a:t> </a:t>
            </a:r>
            <a:r>
              <a:rPr lang="es-CO" sz="2200" dirty="0" err="1">
                <a:solidFill>
                  <a:schemeClr val="tx2">
                    <a:lumMod val="50000"/>
                  </a:schemeClr>
                </a:solidFill>
              </a:rPr>
              <a:t>euismod</a:t>
            </a:r>
            <a:r>
              <a:rPr lang="es-CO" sz="2200" dirty="0">
                <a:solidFill>
                  <a:schemeClr val="tx2">
                    <a:lumMod val="50000"/>
                  </a:schemeClr>
                </a:solidFill>
              </a:rPr>
              <a:t> </a:t>
            </a:r>
            <a:r>
              <a:rPr lang="es-CO" sz="2200" dirty="0" err="1">
                <a:solidFill>
                  <a:schemeClr val="tx2">
                    <a:lumMod val="50000"/>
                  </a:schemeClr>
                </a:solidFill>
              </a:rPr>
              <a:t>tincidunt</a:t>
            </a:r>
            <a:r>
              <a:rPr lang="es-CO" sz="2200" dirty="0">
                <a:solidFill>
                  <a:schemeClr val="tx2">
                    <a:lumMod val="50000"/>
                  </a:schemeClr>
                </a:solidFill>
              </a:rPr>
              <a:t> ut </a:t>
            </a:r>
            <a:r>
              <a:rPr lang="es-CO" sz="2200" dirty="0" err="1">
                <a:solidFill>
                  <a:schemeClr val="tx2">
                    <a:lumMod val="50000"/>
                  </a:schemeClr>
                </a:solidFill>
              </a:rPr>
              <a:t>laoreet</a:t>
            </a:r>
            <a:r>
              <a:rPr lang="es-CO" sz="2200" dirty="0">
                <a:solidFill>
                  <a:schemeClr val="tx2">
                    <a:lumMod val="50000"/>
                  </a:schemeClr>
                </a:solidFill>
              </a:rPr>
              <a:t> </a:t>
            </a:r>
            <a:r>
              <a:rPr lang="es-CO" sz="2200" dirty="0" err="1">
                <a:solidFill>
                  <a:schemeClr val="tx2">
                    <a:lumMod val="50000"/>
                  </a:schemeClr>
                </a:solidFill>
              </a:rPr>
              <a:t>dolore</a:t>
            </a:r>
            <a:r>
              <a:rPr lang="es-CO" sz="2200" dirty="0">
                <a:solidFill>
                  <a:schemeClr val="tx2">
                    <a:lumMod val="50000"/>
                  </a:schemeClr>
                </a:solidFill>
              </a:rPr>
              <a:t> magna </a:t>
            </a:r>
            <a:r>
              <a:rPr lang="es-CO" sz="2200" dirty="0" err="1">
                <a:solidFill>
                  <a:schemeClr val="tx2">
                    <a:lumMod val="50000"/>
                  </a:schemeClr>
                </a:solidFill>
              </a:rPr>
              <a:t>aliquam</a:t>
            </a:r>
            <a:r>
              <a:rPr lang="es-CO" sz="2200" dirty="0">
                <a:solidFill>
                  <a:schemeClr val="tx2">
                    <a:lumMod val="50000"/>
                  </a:schemeClr>
                </a:solidFill>
              </a:rPr>
              <a:t> </a:t>
            </a:r>
            <a:r>
              <a:rPr lang="es-CO" sz="2200" dirty="0" err="1">
                <a:solidFill>
                  <a:schemeClr val="tx2">
                    <a:lumMod val="50000"/>
                  </a:schemeClr>
                </a:solidFill>
              </a:rPr>
              <a:t>erat</a:t>
            </a:r>
            <a:r>
              <a:rPr lang="es-CO" sz="2200" dirty="0">
                <a:solidFill>
                  <a:schemeClr val="tx2">
                    <a:lumMod val="50000"/>
                  </a:schemeClr>
                </a:solidFill>
              </a:rPr>
              <a:t> </a:t>
            </a:r>
            <a:r>
              <a:rPr lang="es-CO" sz="2200" dirty="0" err="1">
                <a:solidFill>
                  <a:schemeClr val="tx2">
                    <a:lumMod val="50000"/>
                  </a:schemeClr>
                </a:solidFill>
              </a:rPr>
              <a:t>volutpat</a:t>
            </a:r>
            <a:r>
              <a:rPr lang="es-CO" sz="2200" dirty="0">
                <a:solidFill>
                  <a:schemeClr val="tx2">
                    <a:lumMod val="50000"/>
                  </a:schemeClr>
                </a:solidFill>
              </a:rPr>
              <a:t>. Ut </a:t>
            </a:r>
            <a:r>
              <a:rPr lang="es-CO" sz="2200" dirty="0" err="1">
                <a:solidFill>
                  <a:schemeClr val="tx2">
                    <a:lumMod val="50000"/>
                  </a:schemeClr>
                </a:solidFill>
              </a:rPr>
              <a:t>wisi</a:t>
            </a:r>
            <a:r>
              <a:rPr lang="es-CO" sz="2200" dirty="0">
                <a:solidFill>
                  <a:schemeClr val="tx2">
                    <a:lumMod val="50000"/>
                  </a:schemeClr>
                </a:solidFill>
              </a:rPr>
              <a:t> </a:t>
            </a:r>
            <a:r>
              <a:rPr lang="es-CO" sz="2200" dirty="0" err="1">
                <a:solidFill>
                  <a:schemeClr val="tx2">
                    <a:lumMod val="50000"/>
                  </a:schemeClr>
                </a:solidFill>
              </a:rPr>
              <a:t>enim</a:t>
            </a:r>
            <a:r>
              <a:rPr lang="es-CO" sz="2200" dirty="0">
                <a:solidFill>
                  <a:schemeClr val="tx2">
                    <a:lumMod val="50000"/>
                  </a:schemeClr>
                </a:solidFill>
              </a:rPr>
              <a:t> ad </a:t>
            </a:r>
            <a:r>
              <a:rPr lang="es-CO" sz="2200" dirty="0" err="1">
                <a:solidFill>
                  <a:schemeClr val="tx2">
                    <a:lumMod val="50000"/>
                  </a:schemeClr>
                </a:solidFill>
              </a:rPr>
              <a:t>minim</a:t>
            </a:r>
            <a:r>
              <a:rPr lang="es-CO" sz="2200" dirty="0">
                <a:solidFill>
                  <a:schemeClr val="tx2">
                    <a:lumMod val="50000"/>
                  </a:schemeClr>
                </a:solidFill>
              </a:rPr>
              <a:t> </a:t>
            </a:r>
            <a:r>
              <a:rPr lang="es-CO" sz="2200" dirty="0" err="1">
                <a:solidFill>
                  <a:schemeClr val="tx2">
                    <a:lumMod val="50000"/>
                  </a:schemeClr>
                </a:solidFill>
              </a:rPr>
              <a:t>veniam</a:t>
            </a:r>
            <a:r>
              <a:rPr lang="es-CO" sz="2200" dirty="0">
                <a:solidFill>
                  <a:schemeClr val="tx2">
                    <a:lumMod val="50000"/>
                  </a:schemeClr>
                </a:solidFill>
              </a:rPr>
              <a:t>, quis </a:t>
            </a:r>
            <a:r>
              <a:rPr lang="es-CO" sz="2200" dirty="0" err="1">
                <a:solidFill>
                  <a:schemeClr val="tx2">
                    <a:lumMod val="50000"/>
                  </a:schemeClr>
                </a:solidFill>
              </a:rPr>
              <a:t>nostrud</a:t>
            </a:r>
            <a:r>
              <a:rPr lang="es-CO" sz="2200" dirty="0">
                <a:solidFill>
                  <a:schemeClr val="tx2">
                    <a:lumMod val="50000"/>
                  </a:schemeClr>
                </a:solidFill>
              </a:rPr>
              <a:t> </a:t>
            </a:r>
            <a:r>
              <a:rPr lang="es-CO" sz="2200" dirty="0" err="1">
                <a:solidFill>
                  <a:schemeClr val="tx2">
                    <a:lumMod val="50000"/>
                  </a:schemeClr>
                </a:solidFill>
              </a:rPr>
              <a:t>exerci</a:t>
            </a:r>
            <a:r>
              <a:rPr lang="es-CO" sz="2200" dirty="0">
                <a:solidFill>
                  <a:schemeClr val="tx2">
                    <a:lumMod val="50000"/>
                  </a:schemeClr>
                </a:solidFill>
              </a:rPr>
              <a:t> </a:t>
            </a:r>
            <a:r>
              <a:rPr lang="es-CO" sz="2200" dirty="0" err="1">
                <a:solidFill>
                  <a:schemeClr val="tx2">
                    <a:lumMod val="50000"/>
                  </a:schemeClr>
                </a:solidFill>
              </a:rPr>
              <a:t>tation</a:t>
            </a:r>
            <a:r>
              <a:rPr lang="es-CO" sz="2200" dirty="0">
                <a:solidFill>
                  <a:schemeClr val="tx2">
                    <a:lumMod val="50000"/>
                  </a:schemeClr>
                </a:solidFill>
              </a:rPr>
              <a:t> </a:t>
            </a:r>
            <a:r>
              <a:rPr lang="es-CO" sz="2200" dirty="0" err="1">
                <a:solidFill>
                  <a:schemeClr val="tx2">
                    <a:lumMod val="50000"/>
                  </a:schemeClr>
                </a:solidFill>
              </a:rPr>
              <a:t>ullamcorper</a:t>
            </a:r>
            <a:r>
              <a:rPr lang="es-CO" sz="2200" dirty="0">
                <a:solidFill>
                  <a:schemeClr val="tx2">
                    <a:lumMod val="50000"/>
                  </a:schemeClr>
                </a:solidFill>
              </a:rPr>
              <a:t> </a:t>
            </a:r>
            <a:r>
              <a:rPr lang="es-CO" sz="2200" dirty="0" err="1">
                <a:solidFill>
                  <a:schemeClr val="tx2">
                    <a:lumMod val="50000"/>
                  </a:schemeClr>
                </a:solidFill>
              </a:rPr>
              <a:t>suscipit</a:t>
            </a:r>
            <a:r>
              <a:rPr lang="es-CO" sz="2200" dirty="0">
                <a:solidFill>
                  <a:schemeClr val="tx2">
                    <a:lumMod val="50000"/>
                  </a:schemeClr>
                </a:solidFill>
              </a:rPr>
              <a:t> </a:t>
            </a:r>
            <a:r>
              <a:rPr lang="es-CO" sz="2200" dirty="0" err="1">
                <a:solidFill>
                  <a:schemeClr val="tx2">
                    <a:lumMod val="50000"/>
                  </a:schemeClr>
                </a:solidFill>
              </a:rPr>
              <a:t>lobortis</a:t>
            </a:r>
            <a:r>
              <a:rPr lang="es-CO" sz="2200" dirty="0">
                <a:solidFill>
                  <a:schemeClr val="tx2">
                    <a:lumMod val="50000"/>
                  </a:schemeClr>
                </a:solidFill>
              </a:rPr>
              <a:t> </a:t>
            </a:r>
            <a:r>
              <a:rPr lang="es-CO" sz="2200" dirty="0" err="1">
                <a:solidFill>
                  <a:schemeClr val="tx2">
                    <a:lumMod val="50000"/>
                  </a:schemeClr>
                </a:solidFill>
              </a:rPr>
              <a:t>nisl</a:t>
            </a:r>
            <a:r>
              <a:rPr lang="es-CO" sz="2200" dirty="0">
                <a:solidFill>
                  <a:schemeClr val="tx2">
                    <a:lumMod val="50000"/>
                  </a:schemeClr>
                </a:solidFill>
              </a:rPr>
              <a:t> ut </a:t>
            </a:r>
            <a:r>
              <a:rPr lang="es-CO" sz="2200" dirty="0" err="1">
                <a:solidFill>
                  <a:schemeClr val="tx2">
                    <a:lumMod val="50000"/>
                  </a:schemeClr>
                </a:solidFill>
              </a:rPr>
              <a:t>aliquip</a:t>
            </a:r>
            <a:r>
              <a:rPr lang="es-CO" sz="2200" dirty="0">
                <a:solidFill>
                  <a:schemeClr val="tx2">
                    <a:lumMod val="50000"/>
                  </a:schemeClr>
                </a:solidFill>
              </a:rPr>
              <a:t> ex </a:t>
            </a:r>
            <a:r>
              <a:rPr lang="es-CO" sz="2200" dirty="0" err="1">
                <a:solidFill>
                  <a:schemeClr val="tx2">
                    <a:lumMod val="50000"/>
                  </a:schemeClr>
                </a:solidFill>
              </a:rPr>
              <a:t>ea</a:t>
            </a:r>
            <a:r>
              <a:rPr lang="es-CO" sz="2200" dirty="0">
                <a:solidFill>
                  <a:schemeClr val="tx2">
                    <a:lumMod val="50000"/>
                  </a:schemeClr>
                </a:solidFill>
              </a:rPr>
              <a:t> commodo </a:t>
            </a:r>
            <a:r>
              <a:rPr lang="es-CO" sz="2200" dirty="0" err="1">
                <a:solidFill>
                  <a:schemeClr val="tx2">
                    <a:lumMod val="50000"/>
                  </a:schemeClr>
                </a:solidFill>
              </a:rPr>
              <a:t>consequat</a:t>
            </a:r>
            <a:r>
              <a:rPr lang="es-CO" sz="2200" dirty="0">
                <a:solidFill>
                  <a:schemeClr val="tx2">
                    <a:lumMod val="50000"/>
                  </a:schemeClr>
                </a:solidFill>
              </a:rPr>
              <a:t>. </a:t>
            </a:r>
            <a:r>
              <a:rPr lang="es-CO" sz="2200" dirty="0" err="1">
                <a:solidFill>
                  <a:schemeClr val="tx2">
                    <a:lumMod val="50000"/>
                  </a:schemeClr>
                </a:solidFill>
              </a:rPr>
              <a:t>Duis</a:t>
            </a:r>
            <a:r>
              <a:rPr lang="es-CO" sz="2200" dirty="0">
                <a:solidFill>
                  <a:schemeClr val="tx2">
                    <a:lumMod val="50000"/>
                  </a:schemeClr>
                </a:solidFill>
              </a:rPr>
              <a:t> </a:t>
            </a:r>
            <a:r>
              <a:rPr lang="es-CO" sz="2200" dirty="0" err="1">
                <a:solidFill>
                  <a:schemeClr val="tx2">
                    <a:lumMod val="50000"/>
                  </a:schemeClr>
                </a:solidFill>
              </a:rPr>
              <a:t>autem</a:t>
            </a:r>
            <a:r>
              <a:rPr lang="es-CO" sz="2200" dirty="0">
                <a:solidFill>
                  <a:schemeClr val="tx2">
                    <a:lumMod val="50000"/>
                  </a:schemeClr>
                </a:solidFill>
              </a:rPr>
              <a:t> </a:t>
            </a:r>
            <a:r>
              <a:rPr lang="es-CO" sz="2200" dirty="0" err="1">
                <a:solidFill>
                  <a:schemeClr val="tx2">
                    <a:lumMod val="50000"/>
                  </a:schemeClr>
                </a:solidFill>
              </a:rPr>
              <a:t>vel</a:t>
            </a:r>
            <a:r>
              <a:rPr lang="es-CO" sz="2200" dirty="0">
                <a:solidFill>
                  <a:schemeClr val="tx2">
                    <a:lumMod val="50000"/>
                  </a:schemeClr>
                </a:solidFill>
              </a:rPr>
              <a:t> </a:t>
            </a:r>
            <a:r>
              <a:rPr lang="es-CO" sz="2200" dirty="0" err="1">
                <a:solidFill>
                  <a:schemeClr val="tx2">
                    <a:lumMod val="50000"/>
                  </a:schemeClr>
                </a:solidFill>
              </a:rPr>
              <a:t>eum</a:t>
            </a:r>
            <a:r>
              <a:rPr lang="es-CO" sz="2200" dirty="0">
                <a:solidFill>
                  <a:schemeClr val="tx2">
                    <a:lumMod val="50000"/>
                  </a:schemeClr>
                </a:solidFill>
              </a:rPr>
              <a:t> </a:t>
            </a:r>
            <a:r>
              <a:rPr lang="es-CO" sz="2200" dirty="0" err="1">
                <a:solidFill>
                  <a:schemeClr val="tx2">
                    <a:lumMod val="50000"/>
                  </a:schemeClr>
                </a:solidFill>
              </a:rPr>
              <a:t>iriure</a:t>
            </a:r>
            <a:r>
              <a:rPr lang="es-CO" sz="2200" dirty="0">
                <a:solidFill>
                  <a:schemeClr val="tx2">
                    <a:lumMod val="50000"/>
                  </a:schemeClr>
                </a:solidFill>
              </a:rPr>
              <a:t> dolor in </a:t>
            </a:r>
            <a:r>
              <a:rPr lang="es-CO" sz="2200" dirty="0" err="1">
                <a:solidFill>
                  <a:schemeClr val="tx2">
                    <a:lumMod val="50000"/>
                  </a:schemeClr>
                </a:solidFill>
              </a:rPr>
              <a:t>hendrerit</a:t>
            </a:r>
            <a:r>
              <a:rPr lang="es-CO" sz="2200" dirty="0">
                <a:solidFill>
                  <a:schemeClr val="tx2">
                    <a:lumMod val="50000"/>
                  </a:schemeClr>
                </a:solidFill>
              </a:rPr>
              <a:t> in </a:t>
            </a:r>
            <a:r>
              <a:rPr lang="es-CO" sz="2200" dirty="0" err="1">
                <a:solidFill>
                  <a:schemeClr val="tx2">
                    <a:lumMod val="50000"/>
                  </a:schemeClr>
                </a:solidFill>
              </a:rPr>
              <a:t>vulputate</a:t>
            </a:r>
            <a:r>
              <a:rPr lang="es-CO" sz="2200" dirty="0">
                <a:solidFill>
                  <a:schemeClr val="tx2">
                    <a:lumMod val="50000"/>
                  </a:schemeClr>
                </a:solidFill>
              </a:rPr>
              <a:t> </a:t>
            </a:r>
            <a:r>
              <a:rPr lang="es-CO" sz="2200" dirty="0" err="1">
                <a:solidFill>
                  <a:schemeClr val="tx2">
                    <a:lumMod val="50000"/>
                  </a:schemeClr>
                </a:solidFill>
              </a:rPr>
              <a:t>velit</a:t>
            </a:r>
            <a:r>
              <a:rPr lang="es-CO" sz="2200" dirty="0">
                <a:solidFill>
                  <a:schemeClr val="tx2">
                    <a:lumMod val="50000"/>
                  </a:schemeClr>
                </a:solidFill>
              </a:rPr>
              <a:t> </a:t>
            </a:r>
            <a:r>
              <a:rPr lang="es-CO" sz="2200" dirty="0" err="1">
                <a:solidFill>
                  <a:schemeClr val="tx2">
                    <a:lumMod val="50000"/>
                  </a:schemeClr>
                </a:solidFill>
              </a:rPr>
              <a:t>esse</a:t>
            </a:r>
            <a:r>
              <a:rPr lang="es-CO" sz="2200" dirty="0">
                <a:solidFill>
                  <a:schemeClr val="tx2">
                    <a:lumMod val="50000"/>
                  </a:schemeClr>
                </a:solidFill>
              </a:rPr>
              <a:t> </a:t>
            </a:r>
            <a:r>
              <a:rPr lang="es-CO" sz="2200" dirty="0" err="1">
                <a:solidFill>
                  <a:schemeClr val="tx2">
                    <a:lumMod val="50000"/>
                  </a:schemeClr>
                </a:solidFill>
              </a:rPr>
              <a:t>molestie</a:t>
            </a:r>
            <a:r>
              <a:rPr lang="es-CO" sz="2200" dirty="0">
                <a:solidFill>
                  <a:schemeClr val="tx2">
                    <a:lumMod val="50000"/>
                  </a:schemeClr>
                </a:solidFill>
              </a:rPr>
              <a:t> </a:t>
            </a:r>
            <a:r>
              <a:rPr lang="es-CO" sz="2200" dirty="0" err="1">
                <a:solidFill>
                  <a:schemeClr val="tx2">
                    <a:lumMod val="50000"/>
                  </a:schemeClr>
                </a:solidFill>
              </a:rPr>
              <a:t>consequat</a:t>
            </a:r>
            <a:r>
              <a:rPr lang="es-CO" sz="2200" dirty="0">
                <a:solidFill>
                  <a:schemeClr val="tx2">
                    <a:lumMod val="50000"/>
                  </a:schemeClr>
                </a:solidFill>
              </a:rPr>
              <a:t>, </a:t>
            </a:r>
            <a:r>
              <a:rPr lang="es-CO" sz="2200" dirty="0" err="1">
                <a:solidFill>
                  <a:schemeClr val="tx2">
                    <a:lumMod val="50000"/>
                  </a:schemeClr>
                </a:solidFill>
              </a:rPr>
              <a:t>vel</a:t>
            </a:r>
            <a:r>
              <a:rPr lang="es-CO" sz="2200" dirty="0">
                <a:solidFill>
                  <a:schemeClr val="tx2">
                    <a:lumMod val="50000"/>
                  </a:schemeClr>
                </a:solidFill>
              </a:rPr>
              <a:t> </a:t>
            </a:r>
            <a:r>
              <a:rPr lang="es-CO" sz="2200" dirty="0" err="1">
                <a:solidFill>
                  <a:schemeClr val="tx2">
                    <a:lumMod val="50000"/>
                  </a:schemeClr>
                </a:solidFill>
              </a:rPr>
              <a:t>illum</a:t>
            </a:r>
            <a:r>
              <a:rPr lang="es-CO" sz="2200" dirty="0">
                <a:solidFill>
                  <a:schemeClr val="tx2">
                    <a:lumMod val="50000"/>
                  </a:schemeClr>
                </a:solidFill>
              </a:rPr>
              <a:t> </a:t>
            </a:r>
            <a:r>
              <a:rPr lang="es-CO" sz="2200" dirty="0" err="1">
                <a:solidFill>
                  <a:schemeClr val="tx2">
                    <a:lumMod val="50000"/>
                  </a:schemeClr>
                </a:solidFill>
              </a:rPr>
              <a:t>dolore</a:t>
            </a:r>
            <a:r>
              <a:rPr lang="es-CO" sz="2200" dirty="0">
                <a:solidFill>
                  <a:schemeClr val="tx2">
                    <a:lumMod val="50000"/>
                  </a:schemeClr>
                </a:solidFill>
              </a:rPr>
              <a:t> </a:t>
            </a:r>
            <a:r>
              <a:rPr lang="es-CO" sz="2200" dirty="0" err="1">
                <a:solidFill>
                  <a:schemeClr val="tx2">
                    <a:lumMod val="50000"/>
                  </a:schemeClr>
                </a:solidFill>
              </a:rPr>
              <a:t>eu</a:t>
            </a:r>
            <a:r>
              <a:rPr lang="es-CO" sz="2200" dirty="0">
                <a:solidFill>
                  <a:schemeClr val="tx2">
                    <a:lumMod val="50000"/>
                  </a:schemeClr>
                </a:solidFill>
              </a:rPr>
              <a:t> </a:t>
            </a:r>
            <a:r>
              <a:rPr lang="es-CO" sz="2200" dirty="0" err="1">
                <a:solidFill>
                  <a:schemeClr val="tx2">
                    <a:lumMod val="50000"/>
                  </a:schemeClr>
                </a:solidFill>
              </a:rPr>
              <a:t>feugiat</a:t>
            </a:r>
            <a:r>
              <a:rPr lang="es-CO" sz="2200" dirty="0">
                <a:solidFill>
                  <a:schemeClr val="tx2">
                    <a:lumMod val="50000"/>
                  </a:schemeClr>
                </a:solidFill>
              </a:rPr>
              <a:t> </a:t>
            </a:r>
            <a:r>
              <a:rPr lang="es-CO" sz="2200" dirty="0" err="1">
                <a:solidFill>
                  <a:schemeClr val="tx2">
                    <a:lumMod val="50000"/>
                  </a:schemeClr>
                </a:solidFill>
              </a:rPr>
              <a:t>nulla</a:t>
            </a:r>
            <a:r>
              <a:rPr lang="es-CO" sz="2200" dirty="0">
                <a:solidFill>
                  <a:schemeClr val="tx2">
                    <a:lumMod val="50000"/>
                  </a:schemeClr>
                </a:solidFill>
              </a:rPr>
              <a:t> </a:t>
            </a:r>
            <a:r>
              <a:rPr lang="es-CO" sz="2200" dirty="0" err="1">
                <a:solidFill>
                  <a:schemeClr val="tx2">
                    <a:lumMod val="50000"/>
                  </a:schemeClr>
                </a:solidFill>
              </a:rPr>
              <a:t>facilisis</a:t>
            </a:r>
            <a:r>
              <a:rPr lang="es-CO" sz="2200" dirty="0">
                <a:solidFill>
                  <a:schemeClr val="tx2">
                    <a:lumMod val="50000"/>
                  </a:schemeClr>
                </a:solidFill>
              </a:rPr>
              <a:t> at vero eros et </a:t>
            </a:r>
            <a:r>
              <a:rPr lang="es-CO" sz="2200" dirty="0" err="1">
                <a:solidFill>
                  <a:schemeClr val="tx2">
                    <a:lumMod val="50000"/>
                  </a:schemeClr>
                </a:solidFill>
              </a:rPr>
              <a:t>accumsan</a:t>
            </a:r>
            <a:r>
              <a:rPr lang="es-CO" sz="2200" dirty="0">
                <a:solidFill>
                  <a:schemeClr val="tx2">
                    <a:lumMod val="50000"/>
                  </a:schemeClr>
                </a:solidFill>
              </a:rPr>
              <a:t> et </a:t>
            </a:r>
            <a:r>
              <a:rPr lang="es-CO" sz="2200" dirty="0" err="1">
                <a:solidFill>
                  <a:schemeClr val="tx2">
                    <a:lumMod val="50000"/>
                  </a:schemeClr>
                </a:solidFill>
              </a:rPr>
              <a:t>iusto</a:t>
            </a:r>
            <a:r>
              <a:rPr lang="es-CO" sz="2200" dirty="0">
                <a:solidFill>
                  <a:schemeClr val="tx2">
                    <a:lumMod val="50000"/>
                  </a:schemeClr>
                </a:solidFill>
              </a:rPr>
              <a:t> odio </a:t>
            </a:r>
            <a:r>
              <a:rPr lang="es-CO" sz="2200" dirty="0" err="1">
                <a:solidFill>
                  <a:schemeClr val="tx2">
                    <a:lumMod val="50000"/>
                  </a:schemeClr>
                </a:solidFill>
              </a:rPr>
              <a:t>dignissim</a:t>
            </a:r>
            <a:r>
              <a:rPr lang="es-CO" sz="2200" dirty="0">
                <a:solidFill>
                  <a:schemeClr val="tx2">
                    <a:lumMod val="50000"/>
                  </a:schemeClr>
                </a:solidFill>
              </a:rPr>
              <a:t> qui </a:t>
            </a:r>
            <a:r>
              <a:rPr lang="es-CO" sz="2200" dirty="0" err="1">
                <a:solidFill>
                  <a:schemeClr val="tx2">
                    <a:lumMod val="50000"/>
                  </a:schemeClr>
                </a:solidFill>
              </a:rPr>
              <a:t>blandit</a:t>
            </a:r>
            <a:r>
              <a:rPr lang="es-CO" sz="2200" dirty="0">
                <a:solidFill>
                  <a:schemeClr val="tx2">
                    <a:lumMod val="50000"/>
                  </a:schemeClr>
                </a:solidFill>
              </a:rPr>
              <a:t> </a:t>
            </a:r>
            <a:r>
              <a:rPr lang="es-CO" sz="2200" dirty="0" err="1">
                <a:solidFill>
                  <a:schemeClr val="tx2">
                    <a:lumMod val="50000"/>
                  </a:schemeClr>
                </a:solidFill>
              </a:rPr>
              <a:t>praesent</a:t>
            </a:r>
            <a:r>
              <a:rPr lang="es-CO" sz="2200" dirty="0">
                <a:solidFill>
                  <a:schemeClr val="tx2">
                    <a:lumMod val="50000"/>
                  </a:schemeClr>
                </a:solidFill>
              </a:rPr>
              <a:t> </a:t>
            </a:r>
            <a:r>
              <a:rPr lang="es-CO" sz="2200" dirty="0" err="1">
                <a:solidFill>
                  <a:schemeClr val="tx2">
                    <a:lumMod val="50000"/>
                  </a:schemeClr>
                </a:solidFill>
              </a:rPr>
              <a:t>luptatum</a:t>
            </a:r>
            <a:r>
              <a:rPr lang="es-CO" sz="2200" dirty="0">
                <a:solidFill>
                  <a:schemeClr val="tx2">
                    <a:lumMod val="50000"/>
                  </a:schemeClr>
                </a:solidFill>
              </a:rPr>
              <a:t> </a:t>
            </a:r>
            <a:r>
              <a:rPr lang="es-CO" sz="2200" dirty="0" err="1">
                <a:solidFill>
                  <a:schemeClr val="tx2">
                    <a:lumMod val="50000"/>
                  </a:schemeClr>
                </a:solidFill>
              </a:rPr>
              <a:t>zzril</a:t>
            </a:r>
            <a:r>
              <a:rPr lang="es-CO" sz="2200" dirty="0">
                <a:solidFill>
                  <a:schemeClr val="tx2">
                    <a:lumMod val="50000"/>
                  </a:schemeClr>
                </a:solidFill>
              </a:rPr>
              <a:t> </a:t>
            </a:r>
            <a:r>
              <a:rPr lang="es-CO" sz="2200" dirty="0" err="1">
                <a:solidFill>
                  <a:schemeClr val="tx2">
                    <a:lumMod val="50000"/>
                  </a:schemeClr>
                </a:solidFill>
              </a:rPr>
              <a:t>delenit</a:t>
            </a:r>
            <a:r>
              <a:rPr lang="es-CO" sz="2200" dirty="0">
                <a:solidFill>
                  <a:schemeClr val="tx2">
                    <a:lumMod val="50000"/>
                  </a:schemeClr>
                </a:solidFill>
              </a:rPr>
              <a:t> </a:t>
            </a:r>
            <a:r>
              <a:rPr lang="es-CO" sz="2200" dirty="0" err="1">
                <a:solidFill>
                  <a:schemeClr val="tx2">
                    <a:lumMod val="50000"/>
                  </a:schemeClr>
                </a:solidFill>
              </a:rPr>
              <a:t>augue</a:t>
            </a:r>
            <a:r>
              <a:rPr lang="es-CO" sz="2200" dirty="0">
                <a:solidFill>
                  <a:schemeClr val="tx2">
                    <a:lumMod val="50000"/>
                  </a:schemeClr>
                </a:solidFill>
              </a:rPr>
              <a:t> </a:t>
            </a:r>
            <a:r>
              <a:rPr lang="es-CO" sz="2200" dirty="0" err="1">
                <a:solidFill>
                  <a:schemeClr val="tx2">
                    <a:lumMod val="50000"/>
                  </a:schemeClr>
                </a:solidFill>
              </a:rPr>
              <a:t>duis</a:t>
            </a:r>
            <a:r>
              <a:rPr lang="es-CO" sz="2200" dirty="0">
                <a:solidFill>
                  <a:schemeClr val="tx2">
                    <a:lumMod val="50000"/>
                  </a:schemeClr>
                </a:solidFill>
              </a:rPr>
              <a:t> </a:t>
            </a:r>
            <a:r>
              <a:rPr lang="es-CO" sz="2200" dirty="0" err="1">
                <a:solidFill>
                  <a:schemeClr val="tx2">
                    <a:lumMod val="50000"/>
                  </a:schemeClr>
                </a:solidFill>
              </a:rPr>
              <a:t>dolore</a:t>
            </a:r>
            <a:r>
              <a:rPr lang="es-CO" sz="2200" dirty="0">
                <a:solidFill>
                  <a:schemeClr val="tx2">
                    <a:lumMod val="50000"/>
                  </a:schemeClr>
                </a:solidFill>
              </a:rPr>
              <a:t> te </a:t>
            </a:r>
            <a:r>
              <a:rPr lang="es-CO" sz="2200" dirty="0" err="1">
                <a:solidFill>
                  <a:schemeClr val="tx2">
                    <a:lumMod val="50000"/>
                  </a:schemeClr>
                </a:solidFill>
              </a:rPr>
              <a:t>feugait</a:t>
            </a:r>
            <a:r>
              <a:rPr lang="es-CO" sz="2200" dirty="0">
                <a:solidFill>
                  <a:schemeClr val="tx2">
                    <a:lumMod val="50000"/>
                  </a:schemeClr>
                </a:solidFill>
              </a:rPr>
              <a:t> </a:t>
            </a:r>
            <a:r>
              <a:rPr lang="es-CO" sz="2200" dirty="0" err="1">
                <a:solidFill>
                  <a:schemeClr val="tx2">
                    <a:lumMod val="50000"/>
                  </a:schemeClr>
                </a:solidFill>
              </a:rPr>
              <a:t>nulla</a:t>
            </a:r>
            <a:r>
              <a:rPr lang="es-CO" sz="2200" dirty="0">
                <a:solidFill>
                  <a:schemeClr val="tx2">
                    <a:lumMod val="50000"/>
                  </a:schemeClr>
                </a:solidFill>
              </a:rPr>
              <a:t> </a:t>
            </a:r>
            <a:r>
              <a:rPr lang="es-CO" sz="2200" dirty="0" err="1">
                <a:solidFill>
                  <a:schemeClr val="tx2">
                    <a:lumMod val="50000"/>
                  </a:schemeClr>
                </a:solidFill>
              </a:rPr>
              <a:t>facilisi</a:t>
            </a:r>
            <a:r>
              <a:rPr lang="es-CO" sz="2200" dirty="0">
                <a:solidFill>
                  <a:schemeClr val="tx2">
                    <a:lumMod val="50000"/>
                  </a:schemeClr>
                </a:solidFill>
              </a:rPr>
              <a:t>.</a:t>
            </a:r>
          </a:p>
        </p:txBody>
      </p:sp>
      <p:pic>
        <p:nvPicPr>
          <p:cNvPr id="13" name="Imagen 12">
            <a:extLst>
              <a:ext uri="{FF2B5EF4-FFF2-40B4-BE49-F238E27FC236}">
                <a16:creationId xmlns:a16="http://schemas.microsoft.com/office/drawing/2014/main" id="{82D18405-0140-9E96-7829-C61FC071CDCA}"/>
              </a:ext>
            </a:extLst>
          </p:cNvPr>
          <p:cNvPicPr>
            <a:picLocks noChangeAspect="1"/>
          </p:cNvPicPr>
          <p:nvPr/>
        </p:nvPicPr>
        <p:blipFill>
          <a:blip r:embed="rId3"/>
          <a:stretch>
            <a:fillRect/>
          </a:stretch>
        </p:blipFill>
        <p:spPr>
          <a:xfrm rot="10800000" flipH="1">
            <a:off x="8497815" y="1912273"/>
            <a:ext cx="2908797" cy="6146129"/>
          </a:xfrm>
          <a:prstGeom prst="rect">
            <a:avLst/>
          </a:prstGeom>
        </p:spPr>
      </p:pic>
      <p:pic>
        <p:nvPicPr>
          <p:cNvPr id="5" name="Imagen 4">
            <a:extLst>
              <a:ext uri="{FF2B5EF4-FFF2-40B4-BE49-F238E27FC236}">
                <a16:creationId xmlns:a16="http://schemas.microsoft.com/office/drawing/2014/main" id="{F4BCF432-130A-0293-5790-470EB8064A4B}"/>
              </a:ext>
            </a:extLst>
          </p:cNvPr>
          <p:cNvPicPr>
            <a:picLocks noChangeAspect="1"/>
          </p:cNvPicPr>
          <p:nvPr/>
        </p:nvPicPr>
        <p:blipFill>
          <a:blip r:embed="rId4"/>
          <a:stretch>
            <a:fillRect/>
          </a:stretch>
        </p:blipFill>
        <p:spPr>
          <a:xfrm>
            <a:off x="8810370" y="-91440"/>
            <a:ext cx="3564510" cy="7024947"/>
          </a:xfrm>
          <a:prstGeom prst="rect">
            <a:avLst/>
          </a:prstGeom>
        </p:spPr>
      </p:pic>
      <p:pic>
        <p:nvPicPr>
          <p:cNvPr id="10" name="Gráfico 9">
            <a:extLst>
              <a:ext uri="{FF2B5EF4-FFF2-40B4-BE49-F238E27FC236}">
                <a16:creationId xmlns:a16="http://schemas.microsoft.com/office/drawing/2014/main" id="{3A16484D-B71D-283E-CB12-4C8010DC7E2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16200000">
            <a:off x="10012430" y="-206067"/>
            <a:ext cx="2214082" cy="2334513"/>
          </a:xfrm>
          <a:prstGeom prst="rect">
            <a:avLst/>
          </a:prstGeom>
        </p:spPr>
      </p:pic>
      <p:pic>
        <p:nvPicPr>
          <p:cNvPr id="12" name="Imagen 11">
            <a:extLst>
              <a:ext uri="{FF2B5EF4-FFF2-40B4-BE49-F238E27FC236}">
                <a16:creationId xmlns:a16="http://schemas.microsoft.com/office/drawing/2014/main" id="{82C7BC15-9C77-7B1D-981E-E902F523070D}"/>
              </a:ext>
            </a:extLst>
          </p:cNvPr>
          <p:cNvPicPr>
            <a:picLocks noChangeAspect="1"/>
          </p:cNvPicPr>
          <p:nvPr/>
        </p:nvPicPr>
        <p:blipFill>
          <a:blip r:embed="rId7"/>
          <a:stretch>
            <a:fillRect/>
          </a:stretch>
        </p:blipFill>
        <p:spPr>
          <a:xfrm>
            <a:off x="10682615" y="219393"/>
            <a:ext cx="1160941" cy="1243647"/>
          </a:xfrm>
          <a:prstGeom prst="rect">
            <a:avLst/>
          </a:prstGeom>
        </p:spPr>
      </p:pic>
    </p:spTree>
    <p:extLst>
      <p:ext uri="{BB962C8B-B14F-4D97-AF65-F5344CB8AC3E}">
        <p14:creationId xmlns:p14="http://schemas.microsoft.com/office/powerpoint/2010/main" val="29028988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FAA6E5CA-EA28-52B1-5B1B-3FD8649CD593}"/>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E96B2C74-87E2-A678-71DB-8400A1235392}"/>
              </a:ext>
            </a:extLst>
          </p:cNvPr>
          <p:cNvSpPr txBox="1">
            <a:spLocks/>
          </p:cNvSpPr>
          <p:nvPr/>
        </p:nvSpPr>
        <p:spPr>
          <a:xfrm>
            <a:off x="1394298" y="1269109"/>
            <a:ext cx="6392357" cy="768643"/>
          </a:xfrm>
          <a:prstGeom prst="rect">
            <a:avLst/>
          </a:prstGeom>
        </p:spPr>
        <p:txBody>
          <a:bodyPr vert="horz" lIns="68580" tIns="34290" rIns="68580" bIns="3429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10000"/>
              </a:lnSpc>
            </a:pPr>
            <a:endParaRPr lang="es-CO" sz="3750" b="1" dirty="0">
              <a:solidFill>
                <a:schemeClr val="tx2">
                  <a:lumMod val="50000"/>
                </a:schemeClr>
              </a:solidFill>
              <a:latin typeface="+mn-lt"/>
            </a:endParaRPr>
          </a:p>
          <a:p>
            <a:pPr algn="ctr">
              <a:lnSpc>
                <a:spcPct val="110000"/>
              </a:lnSpc>
            </a:pPr>
            <a:r>
              <a:rPr lang="es-CO" sz="18500" b="1" dirty="0">
                <a:solidFill>
                  <a:schemeClr val="tx2">
                    <a:lumMod val="50000"/>
                  </a:schemeClr>
                </a:solidFill>
                <a:latin typeface="+mn-lt"/>
              </a:rPr>
              <a:t>Título</a:t>
            </a:r>
          </a:p>
          <a:p>
            <a:pPr>
              <a:lnSpc>
                <a:spcPct val="110000"/>
              </a:lnSpc>
            </a:pPr>
            <a:endParaRPr lang="es-CO" sz="3750" b="1" dirty="0">
              <a:solidFill>
                <a:schemeClr val="tx2">
                  <a:lumMod val="50000"/>
                </a:schemeClr>
              </a:solidFill>
              <a:latin typeface="Futura Std Book" panose="020B0502020204020303" pitchFamily="34" charset="77"/>
            </a:endParaRPr>
          </a:p>
        </p:txBody>
      </p:sp>
      <p:sp>
        <p:nvSpPr>
          <p:cNvPr id="8" name="CuadroTexto 7">
            <a:extLst>
              <a:ext uri="{FF2B5EF4-FFF2-40B4-BE49-F238E27FC236}">
                <a16:creationId xmlns:a16="http://schemas.microsoft.com/office/drawing/2014/main" id="{EF0AB9AE-F6D4-6653-C3BF-3FEE147360E3}"/>
              </a:ext>
            </a:extLst>
          </p:cNvPr>
          <p:cNvSpPr txBox="1"/>
          <p:nvPr/>
        </p:nvSpPr>
        <p:spPr>
          <a:xfrm>
            <a:off x="1208379" y="2286976"/>
            <a:ext cx="6764197" cy="3477875"/>
          </a:xfrm>
          <a:prstGeom prst="rect">
            <a:avLst/>
          </a:prstGeom>
          <a:noFill/>
        </p:spPr>
        <p:txBody>
          <a:bodyPr wrap="square" rtlCol="0">
            <a:spAutoFit/>
          </a:bodyPr>
          <a:lstStyle/>
          <a:p>
            <a:r>
              <a:rPr lang="es-CO" sz="2200" dirty="0" err="1">
                <a:solidFill>
                  <a:schemeClr val="tx2">
                    <a:lumMod val="50000"/>
                  </a:schemeClr>
                </a:solidFill>
              </a:rPr>
              <a:t>Lorem</a:t>
            </a:r>
            <a:r>
              <a:rPr lang="es-CO" sz="2200" dirty="0">
                <a:solidFill>
                  <a:schemeClr val="tx2">
                    <a:lumMod val="50000"/>
                  </a:schemeClr>
                </a:solidFill>
              </a:rPr>
              <a:t> </a:t>
            </a:r>
            <a:r>
              <a:rPr lang="es-CO" sz="2200" dirty="0" err="1">
                <a:solidFill>
                  <a:schemeClr val="tx2">
                    <a:lumMod val="50000"/>
                  </a:schemeClr>
                </a:solidFill>
              </a:rPr>
              <a:t>ipsum</a:t>
            </a:r>
            <a:r>
              <a:rPr lang="es-CO" sz="2200" dirty="0">
                <a:solidFill>
                  <a:schemeClr val="tx2">
                    <a:lumMod val="50000"/>
                  </a:schemeClr>
                </a:solidFill>
              </a:rPr>
              <a:t> dolor </a:t>
            </a:r>
            <a:r>
              <a:rPr lang="es-CO" sz="2200" dirty="0" err="1">
                <a:solidFill>
                  <a:schemeClr val="tx2">
                    <a:lumMod val="50000"/>
                  </a:schemeClr>
                </a:solidFill>
              </a:rPr>
              <a:t>sit</a:t>
            </a:r>
            <a:r>
              <a:rPr lang="es-CO" sz="2200" dirty="0">
                <a:solidFill>
                  <a:schemeClr val="tx2">
                    <a:lumMod val="50000"/>
                  </a:schemeClr>
                </a:solidFill>
              </a:rPr>
              <a:t> </a:t>
            </a:r>
            <a:r>
              <a:rPr lang="es-CO" sz="2200" dirty="0" err="1">
                <a:solidFill>
                  <a:schemeClr val="tx2">
                    <a:lumMod val="50000"/>
                  </a:schemeClr>
                </a:solidFill>
              </a:rPr>
              <a:t>amet</a:t>
            </a:r>
            <a:r>
              <a:rPr lang="es-CO" sz="2200" dirty="0">
                <a:solidFill>
                  <a:schemeClr val="tx2">
                    <a:lumMod val="50000"/>
                  </a:schemeClr>
                </a:solidFill>
              </a:rPr>
              <a:t>, </a:t>
            </a:r>
            <a:r>
              <a:rPr lang="es-CO" sz="2200" dirty="0" err="1">
                <a:solidFill>
                  <a:schemeClr val="tx2">
                    <a:lumMod val="50000"/>
                  </a:schemeClr>
                </a:solidFill>
              </a:rPr>
              <a:t>consectetuer</a:t>
            </a:r>
            <a:r>
              <a:rPr lang="es-CO" sz="2200" dirty="0">
                <a:solidFill>
                  <a:schemeClr val="tx2">
                    <a:lumMod val="50000"/>
                  </a:schemeClr>
                </a:solidFill>
              </a:rPr>
              <a:t> </a:t>
            </a:r>
            <a:r>
              <a:rPr lang="es-CO" sz="2200" dirty="0" err="1">
                <a:solidFill>
                  <a:schemeClr val="tx2">
                    <a:lumMod val="50000"/>
                  </a:schemeClr>
                </a:solidFill>
              </a:rPr>
              <a:t>adipiscing</a:t>
            </a:r>
            <a:r>
              <a:rPr lang="es-CO" sz="2200" dirty="0">
                <a:solidFill>
                  <a:schemeClr val="tx2">
                    <a:lumMod val="50000"/>
                  </a:schemeClr>
                </a:solidFill>
              </a:rPr>
              <a:t> </a:t>
            </a:r>
            <a:r>
              <a:rPr lang="es-CO" sz="2200" dirty="0" err="1">
                <a:solidFill>
                  <a:schemeClr val="tx2">
                    <a:lumMod val="50000"/>
                  </a:schemeClr>
                </a:solidFill>
              </a:rPr>
              <a:t>elit</a:t>
            </a:r>
            <a:r>
              <a:rPr lang="es-CO" sz="2200" dirty="0">
                <a:solidFill>
                  <a:schemeClr val="tx2">
                    <a:lumMod val="50000"/>
                  </a:schemeClr>
                </a:solidFill>
              </a:rPr>
              <a:t>, sed </a:t>
            </a:r>
            <a:r>
              <a:rPr lang="es-CO" sz="2200" dirty="0" err="1">
                <a:solidFill>
                  <a:schemeClr val="tx2">
                    <a:lumMod val="50000"/>
                  </a:schemeClr>
                </a:solidFill>
              </a:rPr>
              <a:t>diam</a:t>
            </a:r>
            <a:r>
              <a:rPr lang="es-CO" sz="2200" dirty="0">
                <a:solidFill>
                  <a:schemeClr val="tx2">
                    <a:lumMod val="50000"/>
                  </a:schemeClr>
                </a:solidFill>
              </a:rPr>
              <a:t> </a:t>
            </a:r>
            <a:r>
              <a:rPr lang="es-CO" sz="2200" dirty="0" err="1">
                <a:solidFill>
                  <a:schemeClr val="tx2">
                    <a:lumMod val="50000"/>
                  </a:schemeClr>
                </a:solidFill>
              </a:rPr>
              <a:t>nonummy</a:t>
            </a:r>
            <a:r>
              <a:rPr lang="es-CO" sz="2200" dirty="0">
                <a:solidFill>
                  <a:schemeClr val="tx2">
                    <a:lumMod val="50000"/>
                  </a:schemeClr>
                </a:solidFill>
              </a:rPr>
              <a:t> </a:t>
            </a:r>
            <a:r>
              <a:rPr lang="es-CO" sz="2200" dirty="0" err="1">
                <a:solidFill>
                  <a:schemeClr val="tx2">
                    <a:lumMod val="50000"/>
                  </a:schemeClr>
                </a:solidFill>
              </a:rPr>
              <a:t>nibh</a:t>
            </a:r>
            <a:r>
              <a:rPr lang="es-CO" sz="2200" dirty="0">
                <a:solidFill>
                  <a:schemeClr val="tx2">
                    <a:lumMod val="50000"/>
                  </a:schemeClr>
                </a:solidFill>
              </a:rPr>
              <a:t> </a:t>
            </a:r>
            <a:r>
              <a:rPr lang="es-CO" sz="2200" dirty="0" err="1">
                <a:solidFill>
                  <a:schemeClr val="tx2">
                    <a:lumMod val="50000"/>
                  </a:schemeClr>
                </a:solidFill>
              </a:rPr>
              <a:t>euismod</a:t>
            </a:r>
            <a:r>
              <a:rPr lang="es-CO" sz="2200" dirty="0">
                <a:solidFill>
                  <a:schemeClr val="tx2">
                    <a:lumMod val="50000"/>
                  </a:schemeClr>
                </a:solidFill>
              </a:rPr>
              <a:t> </a:t>
            </a:r>
            <a:r>
              <a:rPr lang="es-CO" sz="2200" dirty="0" err="1">
                <a:solidFill>
                  <a:schemeClr val="tx2">
                    <a:lumMod val="50000"/>
                  </a:schemeClr>
                </a:solidFill>
              </a:rPr>
              <a:t>tincidunt</a:t>
            </a:r>
            <a:r>
              <a:rPr lang="es-CO" sz="2200" dirty="0">
                <a:solidFill>
                  <a:schemeClr val="tx2">
                    <a:lumMod val="50000"/>
                  </a:schemeClr>
                </a:solidFill>
              </a:rPr>
              <a:t> ut </a:t>
            </a:r>
            <a:r>
              <a:rPr lang="es-CO" sz="2200" dirty="0" err="1">
                <a:solidFill>
                  <a:schemeClr val="tx2">
                    <a:lumMod val="50000"/>
                  </a:schemeClr>
                </a:solidFill>
              </a:rPr>
              <a:t>laoreet</a:t>
            </a:r>
            <a:r>
              <a:rPr lang="es-CO" sz="2200" dirty="0">
                <a:solidFill>
                  <a:schemeClr val="tx2">
                    <a:lumMod val="50000"/>
                  </a:schemeClr>
                </a:solidFill>
              </a:rPr>
              <a:t> </a:t>
            </a:r>
            <a:r>
              <a:rPr lang="es-CO" sz="2200" dirty="0" err="1">
                <a:solidFill>
                  <a:schemeClr val="tx2">
                    <a:lumMod val="50000"/>
                  </a:schemeClr>
                </a:solidFill>
              </a:rPr>
              <a:t>dolore</a:t>
            </a:r>
            <a:r>
              <a:rPr lang="es-CO" sz="2200" dirty="0">
                <a:solidFill>
                  <a:schemeClr val="tx2">
                    <a:lumMod val="50000"/>
                  </a:schemeClr>
                </a:solidFill>
              </a:rPr>
              <a:t> magna </a:t>
            </a:r>
            <a:r>
              <a:rPr lang="es-CO" sz="2200" dirty="0" err="1">
                <a:solidFill>
                  <a:schemeClr val="tx2">
                    <a:lumMod val="50000"/>
                  </a:schemeClr>
                </a:solidFill>
              </a:rPr>
              <a:t>aliquam</a:t>
            </a:r>
            <a:r>
              <a:rPr lang="es-CO" sz="2200" dirty="0">
                <a:solidFill>
                  <a:schemeClr val="tx2">
                    <a:lumMod val="50000"/>
                  </a:schemeClr>
                </a:solidFill>
              </a:rPr>
              <a:t> </a:t>
            </a:r>
            <a:r>
              <a:rPr lang="es-CO" sz="2200" dirty="0" err="1">
                <a:solidFill>
                  <a:schemeClr val="tx2">
                    <a:lumMod val="50000"/>
                  </a:schemeClr>
                </a:solidFill>
              </a:rPr>
              <a:t>erat</a:t>
            </a:r>
            <a:r>
              <a:rPr lang="es-CO" sz="2200" dirty="0">
                <a:solidFill>
                  <a:schemeClr val="tx2">
                    <a:lumMod val="50000"/>
                  </a:schemeClr>
                </a:solidFill>
              </a:rPr>
              <a:t> </a:t>
            </a:r>
            <a:r>
              <a:rPr lang="es-CO" sz="2200" dirty="0" err="1">
                <a:solidFill>
                  <a:schemeClr val="tx2">
                    <a:lumMod val="50000"/>
                  </a:schemeClr>
                </a:solidFill>
              </a:rPr>
              <a:t>volutpat</a:t>
            </a:r>
            <a:r>
              <a:rPr lang="es-CO" sz="2200" dirty="0">
                <a:solidFill>
                  <a:schemeClr val="tx2">
                    <a:lumMod val="50000"/>
                  </a:schemeClr>
                </a:solidFill>
              </a:rPr>
              <a:t>. Ut </a:t>
            </a:r>
            <a:r>
              <a:rPr lang="es-CO" sz="2200" dirty="0" err="1">
                <a:solidFill>
                  <a:schemeClr val="tx2">
                    <a:lumMod val="50000"/>
                  </a:schemeClr>
                </a:solidFill>
              </a:rPr>
              <a:t>wisi</a:t>
            </a:r>
            <a:r>
              <a:rPr lang="es-CO" sz="2200" dirty="0">
                <a:solidFill>
                  <a:schemeClr val="tx2">
                    <a:lumMod val="50000"/>
                  </a:schemeClr>
                </a:solidFill>
              </a:rPr>
              <a:t> </a:t>
            </a:r>
            <a:r>
              <a:rPr lang="es-CO" sz="2200" dirty="0" err="1">
                <a:solidFill>
                  <a:schemeClr val="tx2">
                    <a:lumMod val="50000"/>
                  </a:schemeClr>
                </a:solidFill>
              </a:rPr>
              <a:t>enim</a:t>
            </a:r>
            <a:r>
              <a:rPr lang="es-CO" sz="2200" dirty="0">
                <a:solidFill>
                  <a:schemeClr val="tx2">
                    <a:lumMod val="50000"/>
                  </a:schemeClr>
                </a:solidFill>
              </a:rPr>
              <a:t> ad </a:t>
            </a:r>
            <a:r>
              <a:rPr lang="es-CO" sz="2200" dirty="0" err="1">
                <a:solidFill>
                  <a:schemeClr val="tx2">
                    <a:lumMod val="50000"/>
                  </a:schemeClr>
                </a:solidFill>
              </a:rPr>
              <a:t>minim</a:t>
            </a:r>
            <a:r>
              <a:rPr lang="es-CO" sz="2200" dirty="0">
                <a:solidFill>
                  <a:schemeClr val="tx2">
                    <a:lumMod val="50000"/>
                  </a:schemeClr>
                </a:solidFill>
              </a:rPr>
              <a:t> </a:t>
            </a:r>
            <a:r>
              <a:rPr lang="es-CO" sz="2200" dirty="0" err="1">
                <a:solidFill>
                  <a:schemeClr val="tx2">
                    <a:lumMod val="50000"/>
                  </a:schemeClr>
                </a:solidFill>
              </a:rPr>
              <a:t>veniam</a:t>
            </a:r>
            <a:r>
              <a:rPr lang="es-CO" sz="2200" dirty="0">
                <a:solidFill>
                  <a:schemeClr val="tx2">
                    <a:lumMod val="50000"/>
                  </a:schemeClr>
                </a:solidFill>
              </a:rPr>
              <a:t>, quis </a:t>
            </a:r>
            <a:r>
              <a:rPr lang="es-CO" sz="2200" dirty="0" err="1">
                <a:solidFill>
                  <a:schemeClr val="tx2">
                    <a:lumMod val="50000"/>
                  </a:schemeClr>
                </a:solidFill>
              </a:rPr>
              <a:t>nostrud</a:t>
            </a:r>
            <a:r>
              <a:rPr lang="es-CO" sz="2200" dirty="0">
                <a:solidFill>
                  <a:schemeClr val="tx2">
                    <a:lumMod val="50000"/>
                  </a:schemeClr>
                </a:solidFill>
              </a:rPr>
              <a:t> </a:t>
            </a:r>
            <a:r>
              <a:rPr lang="es-CO" sz="2200" dirty="0" err="1">
                <a:solidFill>
                  <a:schemeClr val="tx2">
                    <a:lumMod val="50000"/>
                  </a:schemeClr>
                </a:solidFill>
              </a:rPr>
              <a:t>exerci</a:t>
            </a:r>
            <a:r>
              <a:rPr lang="es-CO" sz="2200" dirty="0">
                <a:solidFill>
                  <a:schemeClr val="tx2">
                    <a:lumMod val="50000"/>
                  </a:schemeClr>
                </a:solidFill>
              </a:rPr>
              <a:t> </a:t>
            </a:r>
            <a:r>
              <a:rPr lang="es-CO" sz="2200" dirty="0" err="1">
                <a:solidFill>
                  <a:schemeClr val="tx2">
                    <a:lumMod val="50000"/>
                  </a:schemeClr>
                </a:solidFill>
              </a:rPr>
              <a:t>tation</a:t>
            </a:r>
            <a:r>
              <a:rPr lang="es-CO" sz="2200" dirty="0">
                <a:solidFill>
                  <a:schemeClr val="tx2">
                    <a:lumMod val="50000"/>
                  </a:schemeClr>
                </a:solidFill>
              </a:rPr>
              <a:t> </a:t>
            </a:r>
            <a:r>
              <a:rPr lang="es-CO" sz="2200" dirty="0" err="1">
                <a:solidFill>
                  <a:schemeClr val="tx2">
                    <a:lumMod val="50000"/>
                  </a:schemeClr>
                </a:solidFill>
              </a:rPr>
              <a:t>ullamcorper</a:t>
            </a:r>
            <a:r>
              <a:rPr lang="es-CO" sz="2200" dirty="0">
                <a:solidFill>
                  <a:schemeClr val="tx2">
                    <a:lumMod val="50000"/>
                  </a:schemeClr>
                </a:solidFill>
              </a:rPr>
              <a:t> </a:t>
            </a:r>
            <a:r>
              <a:rPr lang="es-CO" sz="2200" dirty="0" err="1">
                <a:solidFill>
                  <a:schemeClr val="tx2">
                    <a:lumMod val="50000"/>
                  </a:schemeClr>
                </a:solidFill>
              </a:rPr>
              <a:t>suscipit</a:t>
            </a:r>
            <a:r>
              <a:rPr lang="es-CO" sz="2200" dirty="0">
                <a:solidFill>
                  <a:schemeClr val="tx2">
                    <a:lumMod val="50000"/>
                  </a:schemeClr>
                </a:solidFill>
              </a:rPr>
              <a:t> </a:t>
            </a:r>
            <a:r>
              <a:rPr lang="es-CO" sz="2200" dirty="0" err="1">
                <a:solidFill>
                  <a:schemeClr val="tx2">
                    <a:lumMod val="50000"/>
                  </a:schemeClr>
                </a:solidFill>
              </a:rPr>
              <a:t>lobortis</a:t>
            </a:r>
            <a:r>
              <a:rPr lang="es-CO" sz="2200" dirty="0">
                <a:solidFill>
                  <a:schemeClr val="tx2">
                    <a:lumMod val="50000"/>
                  </a:schemeClr>
                </a:solidFill>
              </a:rPr>
              <a:t> </a:t>
            </a:r>
            <a:r>
              <a:rPr lang="es-CO" sz="2200" dirty="0" err="1">
                <a:solidFill>
                  <a:schemeClr val="tx2">
                    <a:lumMod val="50000"/>
                  </a:schemeClr>
                </a:solidFill>
              </a:rPr>
              <a:t>nisl</a:t>
            </a:r>
            <a:r>
              <a:rPr lang="es-CO" sz="2200" dirty="0">
                <a:solidFill>
                  <a:schemeClr val="tx2">
                    <a:lumMod val="50000"/>
                  </a:schemeClr>
                </a:solidFill>
              </a:rPr>
              <a:t> ut </a:t>
            </a:r>
            <a:r>
              <a:rPr lang="es-CO" sz="2200" dirty="0" err="1">
                <a:solidFill>
                  <a:schemeClr val="tx2">
                    <a:lumMod val="50000"/>
                  </a:schemeClr>
                </a:solidFill>
              </a:rPr>
              <a:t>aliquip</a:t>
            </a:r>
            <a:r>
              <a:rPr lang="es-CO" sz="2200" dirty="0">
                <a:solidFill>
                  <a:schemeClr val="tx2">
                    <a:lumMod val="50000"/>
                  </a:schemeClr>
                </a:solidFill>
              </a:rPr>
              <a:t> ex </a:t>
            </a:r>
            <a:r>
              <a:rPr lang="es-CO" sz="2200" dirty="0" err="1">
                <a:solidFill>
                  <a:schemeClr val="tx2">
                    <a:lumMod val="50000"/>
                  </a:schemeClr>
                </a:solidFill>
              </a:rPr>
              <a:t>ea</a:t>
            </a:r>
            <a:r>
              <a:rPr lang="es-CO" sz="2200" dirty="0">
                <a:solidFill>
                  <a:schemeClr val="tx2">
                    <a:lumMod val="50000"/>
                  </a:schemeClr>
                </a:solidFill>
              </a:rPr>
              <a:t> commodo </a:t>
            </a:r>
            <a:r>
              <a:rPr lang="es-CO" sz="2200" dirty="0" err="1">
                <a:solidFill>
                  <a:schemeClr val="tx2">
                    <a:lumMod val="50000"/>
                  </a:schemeClr>
                </a:solidFill>
              </a:rPr>
              <a:t>consequat</a:t>
            </a:r>
            <a:r>
              <a:rPr lang="es-CO" sz="2200" dirty="0">
                <a:solidFill>
                  <a:schemeClr val="tx2">
                    <a:lumMod val="50000"/>
                  </a:schemeClr>
                </a:solidFill>
              </a:rPr>
              <a:t>. </a:t>
            </a:r>
            <a:r>
              <a:rPr lang="es-CO" sz="2200" dirty="0" err="1">
                <a:solidFill>
                  <a:schemeClr val="tx2">
                    <a:lumMod val="50000"/>
                  </a:schemeClr>
                </a:solidFill>
              </a:rPr>
              <a:t>Duis</a:t>
            </a:r>
            <a:r>
              <a:rPr lang="es-CO" sz="2200" dirty="0">
                <a:solidFill>
                  <a:schemeClr val="tx2">
                    <a:lumMod val="50000"/>
                  </a:schemeClr>
                </a:solidFill>
              </a:rPr>
              <a:t> </a:t>
            </a:r>
            <a:r>
              <a:rPr lang="es-CO" sz="2200" dirty="0" err="1">
                <a:solidFill>
                  <a:schemeClr val="tx2">
                    <a:lumMod val="50000"/>
                  </a:schemeClr>
                </a:solidFill>
              </a:rPr>
              <a:t>autem</a:t>
            </a:r>
            <a:r>
              <a:rPr lang="es-CO" sz="2200" dirty="0">
                <a:solidFill>
                  <a:schemeClr val="tx2">
                    <a:lumMod val="50000"/>
                  </a:schemeClr>
                </a:solidFill>
              </a:rPr>
              <a:t> </a:t>
            </a:r>
            <a:r>
              <a:rPr lang="es-CO" sz="2200" dirty="0" err="1">
                <a:solidFill>
                  <a:schemeClr val="tx2">
                    <a:lumMod val="50000"/>
                  </a:schemeClr>
                </a:solidFill>
              </a:rPr>
              <a:t>vel</a:t>
            </a:r>
            <a:r>
              <a:rPr lang="es-CO" sz="2200" dirty="0">
                <a:solidFill>
                  <a:schemeClr val="tx2">
                    <a:lumMod val="50000"/>
                  </a:schemeClr>
                </a:solidFill>
              </a:rPr>
              <a:t> </a:t>
            </a:r>
            <a:r>
              <a:rPr lang="es-CO" sz="2200" dirty="0" err="1">
                <a:solidFill>
                  <a:schemeClr val="tx2">
                    <a:lumMod val="50000"/>
                  </a:schemeClr>
                </a:solidFill>
              </a:rPr>
              <a:t>eum</a:t>
            </a:r>
            <a:r>
              <a:rPr lang="es-CO" sz="2200" dirty="0">
                <a:solidFill>
                  <a:schemeClr val="tx2">
                    <a:lumMod val="50000"/>
                  </a:schemeClr>
                </a:solidFill>
              </a:rPr>
              <a:t> </a:t>
            </a:r>
            <a:r>
              <a:rPr lang="es-CO" sz="2200" dirty="0" err="1">
                <a:solidFill>
                  <a:schemeClr val="tx2">
                    <a:lumMod val="50000"/>
                  </a:schemeClr>
                </a:solidFill>
              </a:rPr>
              <a:t>iriure</a:t>
            </a:r>
            <a:r>
              <a:rPr lang="es-CO" sz="2200" dirty="0">
                <a:solidFill>
                  <a:schemeClr val="tx2">
                    <a:lumMod val="50000"/>
                  </a:schemeClr>
                </a:solidFill>
              </a:rPr>
              <a:t> dolor in </a:t>
            </a:r>
            <a:r>
              <a:rPr lang="es-CO" sz="2200" dirty="0" err="1">
                <a:solidFill>
                  <a:schemeClr val="tx2">
                    <a:lumMod val="50000"/>
                  </a:schemeClr>
                </a:solidFill>
              </a:rPr>
              <a:t>hendrerit</a:t>
            </a:r>
            <a:r>
              <a:rPr lang="es-CO" sz="2200" dirty="0">
                <a:solidFill>
                  <a:schemeClr val="tx2">
                    <a:lumMod val="50000"/>
                  </a:schemeClr>
                </a:solidFill>
              </a:rPr>
              <a:t> in </a:t>
            </a:r>
            <a:r>
              <a:rPr lang="es-CO" sz="2200" dirty="0" err="1">
                <a:solidFill>
                  <a:schemeClr val="tx2">
                    <a:lumMod val="50000"/>
                  </a:schemeClr>
                </a:solidFill>
              </a:rPr>
              <a:t>vulputate</a:t>
            </a:r>
            <a:r>
              <a:rPr lang="es-CO" sz="2200" dirty="0">
                <a:solidFill>
                  <a:schemeClr val="tx2">
                    <a:lumMod val="50000"/>
                  </a:schemeClr>
                </a:solidFill>
              </a:rPr>
              <a:t> </a:t>
            </a:r>
            <a:r>
              <a:rPr lang="es-CO" sz="2200" dirty="0" err="1">
                <a:solidFill>
                  <a:schemeClr val="tx2">
                    <a:lumMod val="50000"/>
                  </a:schemeClr>
                </a:solidFill>
              </a:rPr>
              <a:t>velit</a:t>
            </a:r>
            <a:r>
              <a:rPr lang="es-CO" sz="2200" dirty="0">
                <a:solidFill>
                  <a:schemeClr val="tx2">
                    <a:lumMod val="50000"/>
                  </a:schemeClr>
                </a:solidFill>
              </a:rPr>
              <a:t> </a:t>
            </a:r>
            <a:r>
              <a:rPr lang="es-CO" sz="2200" dirty="0" err="1">
                <a:solidFill>
                  <a:schemeClr val="tx2">
                    <a:lumMod val="50000"/>
                  </a:schemeClr>
                </a:solidFill>
              </a:rPr>
              <a:t>esse</a:t>
            </a:r>
            <a:r>
              <a:rPr lang="es-CO" sz="2200" dirty="0">
                <a:solidFill>
                  <a:schemeClr val="tx2">
                    <a:lumMod val="50000"/>
                  </a:schemeClr>
                </a:solidFill>
              </a:rPr>
              <a:t> </a:t>
            </a:r>
            <a:r>
              <a:rPr lang="es-CO" sz="2200" dirty="0" err="1">
                <a:solidFill>
                  <a:schemeClr val="tx2">
                    <a:lumMod val="50000"/>
                  </a:schemeClr>
                </a:solidFill>
              </a:rPr>
              <a:t>molestie</a:t>
            </a:r>
            <a:r>
              <a:rPr lang="es-CO" sz="2200" dirty="0">
                <a:solidFill>
                  <a:schemeClr val="tx2">
                    <a:lumMod val="50000"/>
                  </a:schemeClr>
                </a:solidFill>
              </a:rPr>
              <a:t> </a:t>
            </a:r>
            <a:r>
              <a:rPr lang="es-CO" sz="2200" dirty="0" err="1">
                <a:solidFill>
                  <a:schemeClr val="tx2">
                    <a:lumMod val="50000"/>
                  </a:schemeClr>
                </a:solidFill>
              </a:rPr>
              <a:t>consequat</a:t>
            </a:r>
            <a:r>
              <a:rPr lang="es-CO" sz="2200" dirty="0">
                <a:solidFill>
                  <a:schemeClr val="tx2">
                    <a:lumMod val="50000"/>
                  </a:schemeClr>
                </a:solidFill>
              </a:rPr>
              <a:t>, </a:t>
            </a:r>
            <a:r>
              <a:rPr lang="es-CO" sz="2200" dirty="0" err="1">
                <a:solidFill>
                  <a:schemeClr val="tx2">
                    <a:lumMod val="50000"/>
                  </a:schemeClr>
                </a:solidFill>
              </a:rPr>
              <a:t>vel</a:t>
            </a:r>
            <a:r>
              <a:rPr lang="es-CO" sz="2200" dirty="0">
                <a:solidFill>
                  <a:schemeClr val="tx2">
                    <a:lumMod val="50000"/>
                  </a:schemeClr>
                </a:solidFill>
              </a:rPr>
              <a:t> </a:t>
            </a:r>
            <a:r>
              <a:rPr lang="es-CO" sz="2200" dirty="0" err="1">
                <a:solidFill>
                  <a:schemeClr val="tx2">
                    <a:lumMod val="50000"/>
                  </a:schemeClr>
                </a:solidFill>
              </a:rPr>
              <a:t>illum</a:t>
            </a:r>
            <a:r>
              <a:rPr lang="es-CO" sz="2200" dirty="0">
                <a:solidFill>
                  <a:schemeClr val="tx2">
                    <a:lumMod val="50000"/>
                  </a:schemeClr>
                </a:solidFill>
              </a:rPr>
              <a:t> </a:t>
            </a:r>
            <a:r>
              <a:rPr lang="es-CO" sz="2200" dirty="0" err="1">
                <a:solidFill>
                  <a:schemeClr val="tx2">
                    <a:lumMod val="50000"/>
                  </a:schemeClr>
                </a:solidFill>
              </a:rPr>
              <a:t>dolore</a:t>
            </a:r>
            <a:r>
              <a:rPr lang="es-CO" sz="2200" dirty="0">
                <a:solidFill>
                  <a:schemeClr val="tx2">
                    <a:lumMod val="50000"/>
                  </a:schemeClr>
                </a:solidFill>
              </a:rPr>
              <a:t> </a:t>
            </a:r>
            <a:r>
              <a:rPr lang="es-CO" sz="2200" dirty="0" err="1">
                <a:solidFill>
                  <a:schemeClr val="tx2">
                    <a:lumMod val="50000"/>
                  </a:schemeClr>
                </a:solidFill>
              </a:rPr>
              <a:t>eu</a:t>
            </a:r>
            <a:r>
              <a:rPr lang="es-CO" sz="2200" dirty="0">
                <a:solidFill>
                  <a:schemeClr val="tx2">
                    <a:lumMod val="50000"/>
                  </a:schemeClr>
                </a:solidFill>
              </a:rPr>
              <a:t> </a:t>
            </a:r>
            <a:r>
              <a:rPr lang="es-CO" sz="2200" dirty="0" err="1">
                <a:solidFill>
                  <a:schemeClr val="tx2">
                    <a:lumMod val="50000"/>
                  </a:schemeClr>
                </a:solidFill>
              </a:rPr>
              <a:t>feugiat</a:t>
            </a:r>
            <a:r>
              <a:rPr lang="es-CO" sz="2200" dirty="0">
                <a:solidFill>
                  <a:schemeClr val="tx2">
                    <a:lumMod val="50000"/>
                  </a:schemeClr>
                </a:solidFill>
              </a:rPr>
              <a:t> </a:t>
            </a:r>
            <a:r>
              <a:rPr lang="es-CO" sz="2200" dirty="0" err="1">
                <a:solidFill>
                  <a:schemeClr val="tx2">
                    <a:lumMod val="50000"/>
                  </a:schemeClr>
                </a:solidFill>
              </a:rPr>
              <a:t>nulla</a:t>
            </a:r>
            <a:r>
              <a:rPr lang="es-CO" sz="2200" dirty="0">
                <a:solidFill>
                  <a:schemeClr val="tx2">
                    <a:lumMod val="50000"/>
                  </a:schemeClr>
                </a:solidFill>
              </a:rPr>
              <a:t> </a:t>
            </a:r>
            <a:r>
              <a:rPr lang="es-CO" sz="2200" dirty="0" err="1">
                <a:solidFill>
                  <a:schemeClr val="tx2">
                    <a:lumMod val="50000"/>
                  </a:schemeClr>
                </a:solidFill>
              </a:rPr>
              <a:t>facilisis</a:t>
            </a:r>
            <a:r>
              <a:rPr lang="es-CO" sz="2200" dirty="0">
                <a:solidFill>
                  <a:schemeClr val="tx2">
                    <a:lumMod val="50000"/>
                  </a:schemeClr>
                </a:solidFill>
              </a:rPr>
              <a:t> at vero eros et </a:t>
            </a:r>
            <a:r>
              <a:rPr lang="es-CO" sz="2200" dirty="0" err="1">
                <a:solidFill>
                  <a:schemeClr val="tx2">
                    <a:lumMod val="50000"/>
                  </a:schemeClr>
                </a:solidFill>
              </a:rPr>
              <a:t>accumsan</a:t>
            </a:r>
            <a:r>
              <a:rPr lang="es-CO" sz="2200" dirty="0">
                <a:solidFill>
                  <a:schemeClr val="tx2">
                    <a:lumMod val="50000"/>
                  </a:schemeClr>
                </a:solidFill>
              </a:rPr>
              <a:t> et </a:t>
            </a:r>
            <a:r>
              <a:rPr lang="es-CO" sz="2200" dirty="0" err="1">
                <a:solidFill>
                  <a:schemeClr val="tx2">
                    <a:lumMod val="50000"/>
                  </a:schemeClr>
                </a:solidFill>
              </a:rPr>
              <a:t>iusto</a:t>
            </a:r>
            <a:r>
              <a:rPr lang="es-CO" sz="2200" dirty="0">
                <a:solidFill>
                  <a:schemeClr val="tx2">
                    <a:lumMod val="50000"/>
                  </a:schemeClr>
                </a:solidFill>
              </a:rPr>
              <a:t> odio </a:t>
            </a:r>
            <a:r>
              <a:rPr lang="es-CO" sz="2200" dirty="0" err="1">
                <a:solidFill>
                  <a:schemeClr val="tx2">
                    <a:lumMod val="50000"/>
                  </a:schemeClr>
                </a:solidFill>
              </a:rPr>
              <a:t>dignissim</a:t>
            </a:r>
            <a:r>
              <a:rPr lang="es-CO" sz="2200" dirty="0">
                <a:solidFill>
                  <a:schemeClr val="tx2">
                    <a:lumMod val="50000"/>
                  </a:schemeClr>
                </a:solidFill>
              </a:rPr>
              <a:t> qui </a:t>
            </a:r>
            <a:r>
              <a:rPr lang="es-CO" sz="2200" dirty="0" err="1">
                <a:solidFill>
                  <a:schemeClr val="tx2">
                    <a:lumMod val="50000"/>
                  </a:schemeClr>
                </a:solidFill>
              </a:rPr>
              <a:t>blandit</a:t>
            </a:r>
            <a:r>
              <a:rPr lang="es-CO" sz="2200" dirty="0">
                <a:solidFill>
                  <a:schemeClr val="tx2">
                    <a:lumMod val="50000"/>
                  </a:schemeClr>
                </a:solidFill>
              </a:rPr>
              <a:t> </a:t>
            </a:r>
            <a:r>
              <a:rPr lang="es-CO" sz="2200" dirty="0" err="1">
                <a:solidFill>
                  <a:schemeClr val="tx2">
                    <a:lumMod val="50000"/>
                  </a:schemeClr>
                </a:solidFill>
              </a:rPr>
              <a:t>praesent</a:t>
            </a:r>
            <a:r>
              <a:rPr lang="es-CO" sz="2200" dirty="0">
                <a:solidFill>
                  <a:schemeClr val="tx2">
                    <a:lumMod val="50000"/>
                  </a:schemeClr>
                </a:solidFill>
              </a:rPr>
              <a:t> </a:t>
            </a:r>
            <a:r>
              <a:rPr lang="es-CO" sz="2200" dirty="0" err="1">
                <a:solidFill>
                  <a:schemeClr val="tx2">
                    <a:lumMod val="50000"/>
                  </a:schemeClr>
                </a:solidFill>
              </a:rPr>
              <a:t>luptatum</a:t>
            </a:r>
            <a:r>
              <a:rPr lang="es-CO" sz="2200" dirty="0">
                <a:solidFill>
                  <a:schemeClr val="tx2">
                    <a:lumMod val="50000"/>
                  </a:schemeClr>
                </a:solidFill>
              </a:rPr>
              <a:t> </a:t>
            </a:r>
            <a:r>
              <a:rPr lang="es-CO" sz="2200" dirty="0" err="1">
                <a:solidFill>
                  <a:schemeClr val="tx2">
                    <a:lumMod val="50000"/>
                  </a:schemeClr>
                </a:solidFill>
              </a:rPr>
              <a:t>zzril</a:t>
            </a:r>
            <a:r>
              <a:rPr lang="es-CO" sz="2200" dirty="0">
                <a:solidFill>
                  <a:schemeClr val="tx2">
                    <a:lumMod val="50000"/>
                  </a:schemeClr>
                </a:solidFill>
              </a:rPr>
              <a:t> </a:t>
            </a:r>
            <a:r>
              <a:rPr lang="es-CO" sz="2200" dirty="0" err="1">
                <a:solidFill>
                  <a:schemeClr val="tx2">
                    <a:lumMod val="50000"/>
                  </a:schemeClr>
                </a:solidFill>
              </a:rPr>
              <a:t>delenit</a:t>
            </a:r>
            <a:r>
              <a:rPr lang="es-CO" sz="2200" dirty="0">
                <a:solidFill>
                  <a:schemeClr val="tx2">
                    <a:lumMod val="50000"/>
                  </a:schemeClr>
                </a:solidFill>
              </a:rPr>
              <a:t> </a:t>
            </a:r>
            <a:r>
              <a:rPr lang="es-CO" sz="2200" dirty="0" err="1">
                <a:solidFill>
                  <a:schemeClr val="tx2">
                    <a:lumMod val="50000"/>
                  </a:schemeClr>
                </a:solidFill>
              </a:rPr>
              <a:t>augue</a:t>
            </a:r>
            <a:r>
              <a:rPr lang="es-CO" sz="2200" dirty="0">
                <a:solidFill>
                  <a:schemeClr val="tx2">
                    <a:lumMod val="50000"/>
                  </a:schemeClr>
                </a:solidFill>
              </a:rPr>
              <a:t> </a:t>
            </a:r>
            <a:r>
              <a:rPr lang="es-CO" sz="2200" dirty="0" err="1">
                <a:solidFill>
                  <a:schemeClr val="tx2">
                    <a:lumMod val="50000"/>
                  </a:schemeClr>
                </a:solidFill>
              </a:rPr>
              <a:t>duis</a:t>
            </a:r>
            <a:r>
              <a:rPr lang="es-CO" sz="2200" dirty="0">
                <a:solidFill>
                  <a:schemeClr val="tx2">
                    <a:lumMod val="50000"/>
                  </a:schemeClr>
                </a:solidFill>
              </a:rPr>
              <a:t> </a:t>
            </a:r>
            <a:r>
              <a:rPr lang="es-CO" sz="2200" dirty="0" err="1">
                <a:solidFill>
                  <a:schemeClr val="tx2">
                    <a:lumMod val="50000"/>
                  </a:schemeClr>
                </a:solidFill>
              </a:rPr>
              <a:t>dolore</a:t>
            </a:r>
            <a:r>
              <a:rPr lang="es-CO" sz="2200" dirty="0">
                <a:solidFill>
                  <a:schemeClr val="tx2">
                    <a:lumMod val="50000"/>
                  </a:schemeClr>
                </a:solidFill>
              </a:rPr>
              <a:t> te </a:t>
            </a:r>
            <a:r>
              <a:rPr lang="es-CO" sz="2200" dirty="0" err="1">
                <a:solidFill>
                  <a:schemeClr val="tx2">
                    <a:lumMod val="50000"/>
                  </a:schemeClr>
                </a:solidFill>
              </a:rPr>
              <a:t>feugait</a:t>
            </a:r>
            <a:r>
              <a:rPr lang="es-CO" sz="2200" dirty="0">
                <a:solidFill>
                  <a:schemeClr val="tx2">
                    <a:lumMod val="50000"/>
                  </a:schemeClr>
                </a:solidFill>
              </a:rPr>
              <a:t> </a:t>
            </a:r>
            <a:r>
              <a:rPr lang="es-CO" sz="2200" dirty="0" err="1">
                <a:solidFill>
                  <a:schemeClr val="tx2">
                    <a:lumMod val="50000"/>
                  </a:schemeClr>
                </a:solidFill>
              </a:rPr>
              <a:t>nulla</a:t>
            </a:r>
            <a:r>
              <a:rPr lang="es-CO" sz="2200" dirty="0">
                <a:solidFill>
                  <a:schemeClr val="tx2">
                    <a:lumMod val="50000"/>
                  </a:schemeClr>
                </a:solidFill>
              </a:rPr>
              <a:t> </a:t>
            </a:r>
            <a:r>
              <a:rPr lang="es-CO" sz="2200" dirty="0" err="1">
                <a:solidFill>
                  <a:schemeClr val="tx2">
                    <a:lumMod val="50000"/>
                  </a:schemeClr>
                </a:solidFill>
              </a:rPr>
              <a:t>facilisi</a:t>
            </a:r>
            <a:r>
              <a:rPr lang="es-CO" sz="2200" dirty="0">
                <a:solidFill>
                  <a:schemeClr val="tx2">
                    <a:lumMod val="50000"/>
                  </a:schemeClr>
                </a:solidFill>
              </a:rPr>
              <a:t>.</a:t>
            </a:r>
          </a:p>
        </p:txBody>
      </p:sp>
      <p:pic>
        <p:nvPicPr>
          <p:cNvPr id="13" name="Imagen 12">
            <a:extLst>
              <a:ext uri="{FF2B5EF4-FFF2-40B4-BE49-F238E27FC236}">
                <a16:creationId xmlns:a16="http://schemas.microsoft.com/office/drawing/2014/main" id="{B8B55EA1-D304-08B7-8DAD-0A896A362A64}"/>
              </a:ext>
            </a:extLst>
          </p:cNvPr>
          <p:cNvPicPr>
            <a:picLocks noChangeAspect="1"/>
          </p:cNvPicPr>
          <p:nvPr/>
        </p:nvPicPr>
        <p:blipFill>
          <a:blip r:embed="rId3"/>
          <a:stretch>
            <a:fillRect/>
          </a:stretch>
        </p:blipFill>
        <p:spPr>
          <a:xfrm rot="10800000" flipH="1">
            <a:off x="8497815" y="1912273"/>
            <a:ext cx="2908797" cy="6146129"/>
          </a:xfrm>
          <a:prstGeom prst="rect">
            <a:avLst/>
          </a:prstGeom>
        </p:spPr>
      </p:pic>
      <p:pic>
        <p:nvPicPr>
          <p:cNvPr id="5" name="Imagen 4">
            <a:extLst>
              <a:ext uri="{FF2B5EF4-FFF2-40B4-BE49-F238E27FC236}">
                <a16:creationId xmlns:a16="http://schemas.microsoft.com/office/drawing/2014/main" id="{23E44DE7-0870-307C-B944-E640F839CD66}"/>
              </a:ext>
            </a:extLst>
          </p:cNvPr>
          <p:cNvPicPr>
            <a:picLocks noChangeAspect="1"/>
          </p:cNvPicPr>
          <p:nvPr/>
        </p:nvPicPr>
        <p:blipFill>
          <a:blip r:embed="rId4"/>
          <a:stretch>
            <a:fillRect/>
          </a:stretch>
        </p:blipFill>
        <p:spPr>
          <a:xfrm>
            <a:off x="8810370" y="-91440"/>
            <a:ext cx="3564510" cy="7024947"/>
          </a:xfrm>
          <a:prstGeom prst="rect">
            <a:avLst/>
          </a:prstGeom>
        </p:spPr>
      </p:pic>
      <p:pic>
        <p:nvPicPr>
          <p:cNvPr id="10" name="Gráfico 9">
            <a:extLst>
              <a:ext uri="{FF2B5EF4-FFF2-40B4-BE49-F238E27FC236}">
                <a16:creationId xmlns:a16="http://schemas.microsoft.com/office/drawing/2014/main" id="{389DEE74-E634-8FC2-FD3E-07A4859E1E0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16200000">
            <a:off x="10012430" y="-206067"/>
            <a:ext cx="2214082" cy="2334513"/>
          </a:xfrm>
          <a:prstGeom prst="rect">
            <a:avLst/>
          </a:prstGeom>
        </p:spPr>
      </p:pic>
      <p:pic>
        <p:nvPicPr>
          <p:cNvPr id="12" name="Imagen 11">
            <a:extLst>
              <a:ext uri="{FF2B5EF4-FFF2-40B4-BE49-F238E27FC236}">
                <a16:creationId xmlns:a16="http://schemas.microsoft.com/office/drawing/2014/main" id="{918BD726-A26B-A195-E78B-9DE72ED0759B}"/>
              </a:ext>
            </a:extLst>
          </p:cNvPr>
          <p:cNvPicPr>
            <a:picLocks noChangeAspect="1"/>
          </p:cNvPicPr>
          <p:nvPr/>
        </p:nvPicPr>
        <p:blipFill>
          <a:blip r:embed="rId7"/>
          <a:stretch>
            <a:fillRect/>
          </a:stretch>
        </p:blipFill>
        <p:spPr>
          <a:xfrm>
            <a:off x="10682615" y="219393"/>
            <a:ext cx="1160941" cy="1243647"/>
          </a:xfrm>
          <a:prstGeom prst="rect">
            <a:avLst/>
          </a:prstGeom>
        </p:spPr>
      </p:pic>
    </p:spTree>
    <p:extLst>
      <p:ext uri="{BB962C8B-B14F-4D97-AF65-F5344CB8AC3E}">
        <p14:creationId xmlns:p14="http://schemas.microsoft.com/office/powerpoint/2010/main" val="10129577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81F7FC8-6BBF-833D-3AF5-777ACDAA9629}"/>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74C97626-FCAD-6C5D-3D55-57385C3DE2BD}"/>
              </a:ext>
            </a:extLst>
          </p:cNvPr>
          <p:cNvSpPr txBox="1">
            <a:spLocks/>
          </p:cNvSpPr>
          <p:nvPr/>
        </p:nvSpPr>
        <p:spPr>
          <a:xfrm>
            <a:off x="1394298" y="1269109"/>
            <a:ext cx="6392357" cy="768643"/>
          </a:xfrm>
          <a:prstGeom prst="rect">
            <a:avLst/>
          </a:prstGeom>
        </p:spPr>
        <p:txBody>
          <a:bodyPr vert="horz" lIns="68580" tIns="34290" rIns="68580" bIns="3429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10000"/>
              </a:lnSpc>
            </a:pPr>
            <a:endParaRPr lang="es-CO" sz="3750" b="1" dirty="0">
              <a:solidFill>
                <a:schemeClr val="tx2">
                  <a:lumMod val="50000"/>
                </a:schemeClr>
              </a:solidFill>
              <a:latin typeface="+mn-lt"/>
            </a:endParaRPr>
          </a:p>
          <a:p>
            <a:pPr algn="ctr">
              <a:lnSpc>
                <a:spcPct val="110000"/>
              </a:lnSpc>
            </a:pPr>
            <a:r>
              <a:rPr lang="es-CO" sz="18500" b="1" dirty="0">
                <a:solidFill>
                  <a:schemeClr val="tx2">
                    <a:lumMod val="50000"/>
                  </a:schemeClr>
                </a:solidFill>
                <a:latin typeface="+mn-lt"/>
              </a:rPr>
              <a:t>Título</a:t>
            </a:r>
          </a:p>
          <a:p>
            <a:pPr>
              <a:lnSpc>
                <a:spcPct val="110000"/>
              </a:lnSpc>
            </a:pPr>
            <a:endParaRPr lang="es-CO" sz="3750" b="1" dirty="0">
              <a:solidFill>
                <a:schemeClr val="tx2">
                  <a:lumMod val="50000"/>
                </a:schemeClr>
              </a:solidFill>
              <a:latin typeface="Futura Std Book" panose="020B0502020204020303" pitchFamily="34" charset="77"/>
            </a:endParaRPr>
          </a:p>
        </p:txBody>
      </p:sp>
      <p:sp>
        <p:nvSpPr>
          <p:cNvPr id="8" name="CuadroTexto 7">
            <a:extLst>
              <a:ext uri="{FF2B5EF4-FFF2-40B4-BE49-F238E27FC236}">
                <a16:creationId xmlns:a16="http://schemas.microsoft.com/office/drawing/2014/main" id="{3B43DCAE-FF4F-2105-C6F5-5D5E0E79E7AF}"/>
              </a:ext>
            </a:extLst>
          </p:cNvPr>
          <p:cNvSpPr txBox="1"/>
          <p:nvPr/>
        </p:nvSpPr>
        <p:spPr>
          <a:xfrm>
            <a:off x="1208379" y="2286976"/>
            <a:ext cx="6764197" cy="3477875"/>
          </a:xfrm>
          <a:prstGeom prst="rect">
            <a:avLst/>
          </a:prstGeom>
          <a:noFill/>
        </p:spPr>
        <p:txBody>
          <a:bodyPr wrap="square" rtlCol="0">
            <a:spAutoFit/>
          </a:bodyPr>
          <a:lstStyle/>
          <a:p>
            <a:r>
              <a:rPr lang="es-CO" sz="2200" dirty="0" err="1">
                <a:solidFill>
                  <a:schemeClr val="tx2">
                    <a:lumMod val="50000"/>
                  </a:schemeClr>
                </a:solidFill>
              </a:rPr>
              <a:t>Lorem</a:t>
            </a:r>
            <a:r>
              <a:rPr lang="es-CO" sz="2200" dirty="0">
                <a:solidFill>
                  <a:schemeClr val="tx2">
                    <a:lumMod val="50000"/>
                  </a:schemeClr>
                </a:solidFill>
              </a:rPr>
              <a:t> </a:t>
            </a:r>
            <a:r>
              <a:rPr lang="es-CO" sz="2200" dirty="0" err="1">
                <a:solidFill>
                  <a:schemeClr val="tx2">
                    <a:lumMod val="50000"/>
                  </a:schemeClr>
                </a:solidFill>
              </a:rPr>
              <a:t>ipsum</a:t>
            </a:r>
            <a:r>
              <a:rPr lang="es-CO" sz="2200" dirty="0">
                <a:solidFill>
                  <a:schemeClr val="tx2">
                    <a:lumMod val="50000"/>
                  </a:schemeClr>
                </a:solidFill>
              </a:rPr>
              <a:t> dolor </a:t>
            </a:r>
            <a:r>
              <a:rPr lang="es-CO" sz="2200" dirty="0" err="1">
                <a:solidFill>
                  <a:schemeClr val="tx2">
                    <a:lumMod val="50000"/>
                  </a:schemeClr>
                </a:solidFill>
              </a:rPr>
              <a:t>sit</a:t>
            </a:r>
            <a:r>
              <a:rPr lang="es-CO" sz="2200" dirty="0">
                <a:solidFill>
                  <a:schemeClr val="tx2">
                    <a:lumMod val="50000"/>
                  </a:schemeClr>
                </a:solidFill>
              </a:rPr>
              <a:t> </a:t>
            </a:r>
            <a:r>
              <a:rPr lang="es-CO" sz="2200" dirty="0" err="1">
                <a:solidFill>
                  <a:schemeClr val="tx2">
                    <a:lumMod val="50000"/>
                  </a:schemeClr>
                </a:solidFill>
              </a:rPr>
              <a:t>amet</a:t>
            </a:r>
            <a:r>
              <a:rPr lang="es-CO" sz="2200" dirty="0">
                <a:solidFill>
                  <a:schemeClr val="tx2">
                    <a:lumMod val="50000"/>
                  </a:schemeClr>
                </a:solidFill>
              </a:rPr>
              <a:t>, </a:t>
            </a:r>
            <a:r>
              <a:rPr lang="es-CO" sz="2200" dirty="0" err="1">
                <a:solidFill>
                  <a:schemeClr val="tx2">
                    <a:lumMod val="50000"/>
                  </a:schemeClr>
                </a:solidFill>
              </a:rPr>
              <a:t>consectetuer</a:t>
            </a:r>
            <a:r>
              <a:rPr lang="es-CO" sz="2200" dirty="0">
                <a:solidFill>
                  <a:schemeClr val="tx2">
                    <a:lumMod val="50000"/>
                  </a:schemeClr>
                </a:solidFill>
              </a:rPr>
              <a:t> </a:t>
            </a:r>
            <a:r>
              <a:rPr lang="es-CO" sz="2200" dirty="0" err="1">
                <a:solidFill>
                  <a:schemeClr val="tx2">
                    <a:lumMod val="50000"/>
                  </a:schemeClr>
                </a:solidFill>
              </a:rPr>
              <a:t>adipiscing</a:t>
            </a:r>
            <a:r>
              <a:rPr lang="es-CO" sz="2200" dirty="0">
                <a:solidFill>
                  <a:schemeClr val="tx2">
                    <a:lumMod val="50000"/>
                  </a:schemeClr>
                </a:solidFill>
              </a:rPr>
              <a:t> </a:t>
            </a:r>
            <a:r>
              <a:rPr lang="es-CO" sz="2200" dirty="0" err="1">
                <a:solidFill>
                  <a:schemeClr val="tx2">
                    <a:lumMod val="50000"/>
                  </a:schemeClr>
                </a:solidFill>
              </a:rPr>
              <a:t>elit</a:t>
            </a:r>
            <a:r>
              <a:rPr lang="es-CO" sz="2200" dirty="0">
                <a:solidFill>
                  <a:schemeClr val="tx2">
                    <a:lumMod val="50000"/>
                  </a:schemeClr>
                </a:solidFill>
              </a:rPr>
              <a:t>, sed </a:t>
            </a:r>
            <a:r>
              <a:rPr lang="es-CO" sz="2200" dirty="0" err="1">
                <a:solidFill>
                  <a:schemeClr val="tx2">
                    <a:lumMod val="50000"/>
                  </a:schemeClr>
                </a:solidFill>
              </a:rPr>
              <a:t>diam</a:t>
            </a:r>
            <a:r>
              <a:rPr lang="es-CO" sz="2200" dirty="0">
                <a:solidFill>
                  <a:schemeClr val="tx2">
                    <a:lumMod val="50000"/>
                  </a:schemeClr>
                </a:solidFill>
              </a:rPr>
              <a:t> </a:t>
            </a:r>
            <a:r>
              <a:rPr lang="es-CO" sz="2200" dirty="0" err="1">
                <a:solidFill>
                  <a:schemeClr val="tx2">
                    <a:lumMod val="50000"/>
                  </a:schemeClr>
                </a:solidFill>
              </a:rPr>
              <a:t>nonummy</a:t>
            </a:r>
            <a:r>
              <a:rPr lang="es-CO" sz="2200" dirty="0">
                <a:solidFill>
                  <a:schemeClr val="tx2">
                    <a:lumMod val="50000"/>
                  </a:schemeClr>
                </a:solidFill>
              </a:rPr>
              <a:t> </a:t>
            </a:r>
            <a:r>
              <a:rPr lang="es-CO" sz="2200" dirty="0" err="1">
                <a:solidFill>
                  <a:schemeClr val="tx2">
                    <a:lumMod val="50000"/>
                  </a:schemeClr>
                </a:solidFill>
              </a:rPr>
              <a:t>nibh</a:t>
            </a:r>
            <a:r>
              <a:rPr lang="es-CO" sz="2200" dirty="0">
                <a:solidFill>
                  <a:schemeClr val="tx2">
                    <a:lumMod val="50000"/>
                  </a:schemeClr>
                </a:solidFill>
              </a:rPr>
              <a:t> </a:t>
            </a:r>
            <a:r>
              <a:rPr lang="es-CO" sz="2200" dirty="0" err="1">
                <a:solidFill>
                  <a:schemeClr val="tx2">
                    <a:lumMod val="50000"/>
                  </a:schemeClr>
                </a:solidFill>
              </a:rPr>
              <a:t>euismod</a:t>
            </a:r>
            <a:r>
              <a:rPr lang="es-CO" sz="2200" dirty="0">
                <a:solidFill>
                  <a:schemeClr val="tx2">
                    <a:lumMod val="50000"/>
                  </a:schemeClr>
                </a:solidFill>
              </a:rPr>
              <a:t> </a:t>
            </a:r>
            <a:r>
              <a:rPr lang="es-CO" sz="2200" dirty="0" err="1">
                <a:solidFill>
                  <a:schemeClr val="tx2">
                    <a:lumMod val="50000"/>
                  </a:schemeClr>
                </a:solidFill>
              </a:rPr>
              <a:t>tincidunt</a:t>
            </a:r>
            <a:r>
              <a:rPr lang="es-CO" sz="2200" dirty="0">
                <a:solidFill>
                  <a:schemeClr val="tx2">
                    <a:lumMod val="50000"/>
                  </a:schemeClr>
                </a:solidFill>
              </a:rPr>
              <a:t> ut </a:t>
            </a:r>
            <a:r>
              <a:rPr lang="es-CO" sz="2200" dirty="0" err="1">
                <a:solidFill>
                  <a:schemeClr val="tx2">
                    <a:lumMod val="50000"/>
                  </a:schemeClr>
                </a:solidFill>
              </a:rPr>
              <a:t>laoreet</a:t>
            </a:r>
            <a:r>
              <a:rPr lang="es-CO" sz="2200" dirty="0">
                <a:solidFill>
                  <a:schemeClr val="tx2">
                    <a:lumMod val="50000"/>
                  </a:schemeClr>
                </a:solidFill>
              </a:rPr>
              <a:t> </a:t>
            </a:r>
            <a:r>
              <a:rPr lang="es-CO" sz="2200" dirty="0" err="1">
                <a:solidFill>
                  <a:schemeClr val="tx2">
                    <a:lumMod val="50000"/>
                  </a:schemeClr>
                </a:solidFill>
              </a:rPr>
              <a:t>dolore</a:t>
            </a:r>
            <a:r>
              <a:rPr lang="es-CO" sz="2200" dirty="0">
                <a:solidFill>
                  <a:schemeClr val="tx2">
                    <a:lumMod val="50000"/>
                  </a:schemeClr>
                </a:solidFill>
              </a:rPr>
              <a:t> magna </a:t>
            </a:r>
            <a:r>
              <a:rPr lang="es-CO" sz="2200" dirty="0" err="1">
                <a:solidFill>
                  <a:schemeClr val="tx2">
                    <a:lumMod val="50000"/>
                  </a:schemeClr>
                </a:solidFill>
              </a:rPr>
              <a:t>aliquam</a:t>
            </a:r>
            <a:r>
              <a:rPr lang="es-CO" sz="2200" dirty="0">
                <a:solidFill>
                  <a:schemeClr val="tx2">
                    <a:lumMod val="50000"/>
                  </a:schemeClr>
                </a:solidFill>
              </a:rPr>
              <a:t> </a:t>
            </a:r>
            <a:r>
              <a:rPr lang="es-CO" sz="2200" dirty="0" err="1">
                <a:solidFill>
                  <a:schemeClr val="tx2">
                    <a:lumMod val="50000"/>
                  </a:schemeClr>
                </a:solidFill>
              </a:rPr>
              <a:t>erat</a:t>
            </a:r>
            <a:r>
              <a:rPr lang="es-CO" sz="2200" dirty="0">
                <a:solidFill>
                  <a:schemeClr val="tx2">
                    <a:lumMod val="50000"/>
                  </a:schemeClr>
                </a:solidFill>
              </a:rPr>
              <a:t> </a:t>
            </a:r>
            <a:r>
              <a:rPr lang="es-CO" sz="2200" dirty="0" err="1">
                <a:solidFill>
                  <a:schemeClr val="tx2">
                    <a:lumMod val="50000"/>
                  </a:schemeClr>
                </a:solidFill>
              </a:rPr>
              <a:t>volutpat</a:t>
            </a:r>
            <a:r>
              <a:rPr lang="es-CO" sz="2200" dirty="0">
                <a:solidFill>
                  <a:schemeClr val="tx2">
                    <a:lumMod val="50000"/>
                  </a:schemeClr>
                </a:solidFill>
              </a:rPr>
              <a:t>. Ut </a:t>
            </a:r>
            <a:r>
              <a:rPr lang="es-CO" sz="2200" dirty="0" err="1">
                <a:solidFill>
                  <a:schemeClr val="tx2">
                    <a:lumMod val="50000"/>
                  </a:schemeClr>
                </a:solidFill>
              </a:rPr>
              <a:t>wisi</a:t>
            </a:r>
            <a:r>
              <a:rPr lang="es-CO" sz="2200" dirty="0">
                <a:solidFill>
                  <a:schemeClr val="tx2">
                    <a:lumMod val="50000"/>
                  </a:schemeClr>
                </a:solidFill>
              </a:rPr>
              <a:t> </a:t>
            </a:r>
            <a:r>
              <a:rPr lang="es-CO" sz="2200" dirty="0" err="1">
                <a:solidFill>
                  <a:schemeClr val="tx2">
                    <a:lumMod val="50000"/>
                  </a:schemeClr>
                </a:solidFill>
              </a:rPr>
              <a:t>enim</a:t>
            </a:r>
            <a:r>
              <a:rPr lang="es-CO" sz="2200" dirty="0">
                <a:solidFill>
                  <a:schemeClr val="tx2">
                    <a:lumMod val="50000"/>
                  </a:schemeClr>
                </a:solidFill>
              </a:rPr>
              <a:t> ad </a:t>
            </a:r>
            <a:r>
              <a:rPr lang="es-CO" sz="2200" dirty="0" err="1">
                <a:solidFill>
                  <a:schemeClr val="tx2">
                    <a:lumMod val="50000"/>
                  </a:schemeClr>
                </a:solidFill>
              </a:rPr>
              <a:t>minim</a:t>
            </a:r>
            <a:r>
              <a:rPr lang="es-CO" sz="2200" dirty="0">
                <a:solidFill>
                  <a:schemeClr val="tx2">
                    <a:lumMod val="50000"/>
                  </a:schemeClr>
                </a:solidFill>
              </a:rPr>
              <a:t> </a:t>
            </a:r>
            <a:r>
              <a:rPr lang="es-CO" sz="2200" dirty="0" err="1">
                <a:solidFill>
                  <a:schemeClr val="tx2">
                    <a:lumMod val="50000"/>
                  </a:schemeClr>
                </a:solidFill>
              </a:rPr>
              <a:t>veniam</a:t>
            </a:r>
            <a:r>
              <a:rPr lang="es-CO" sz="2200" dirty="0">
                <a:solidFill>
                  <a:schemeClr val="tx2">
                    <a:lumMod val="50000"/>
                  </a:schemeClr>
                </a:solidFill>
              </a:rPr>
              <a:t>, quis </a:t>
            </a:r>
            <a:r>
              <a:rPr lang="es-CO" sz="2200" dirty="0" err="1">
                <a:solidFill>
                  <a:schemeClr val="tx2">
                    <a:lumMod val="50000"/>
                  </a:schemeClr>
                </a:solidFill>
              </a:rPr>
              <a:t>nostrud</a:t>
            </a:r>
            <a:r>
              <a:rPr lang="es-CO" sz="2200" dirty="0">
                <a:solidFill>
                  <a:schemeClr val="tx2">
                    <a:lumMod val="50000"/>
                  </a:schemeClr>
                </a:solidFill>
              </a:rPr>
              <a:t> </a:t>
            </a:r>
            <a:r>
              <a:rPr lang="es-CO" sz="2200" dirty="0" err="1">
                <a:solidFill>
                  <a:schemeClr val="tx2">
                    <a:lumMod val="50000"/>
                  </a:schemeClr>
                </a:solidFill>
              </a:rPr>
              <a:t>exerci</a:t>
            </a:r>
            <a:r>
              <a:rPr lang="es-CO" sz="2200" dirty="0">
                <a:solidFill>
                  <a:schemeClr val="tx2">
                    <a:lumMod val="50000"/>
                  </a:schemeClr>
                </a:solidFill>
              </a:rPr>
              <a:t> </a:t>
            </a:r>
            <a:r>
              <a:rPr lang="es-CO" sz="2200" dirty="0" err="1">
                <a:solidFill>
                  <a:schemeClr val="tx2">
                    <a:lumMod val="50000"/>
                  </a:schemeClr>
                </a:solidFill>
              </a:rPr>
              <a:t>tation</a:t>
            </a:r>
            <a:r>
              <a:rPr lang="es-CO" sz="2200" dirty="0">
                <a:solidFill>
                  <a:schemeClr val="tx2">
                    <a:lumMod val="50000"/>
                  </a:schemeClr>
                </a:solidFill>
              </a:rPr>
              <a:t> </a:t>
            </a:r>
            <a:r>
              <a:rPr lang="es-CO" sz="2200" dirty="0" err="1">
                <a:solidFill>
                  <a:schemeClr val="tx2">
                    <a:lumMod val="50000"/>
                  </a:schemeClr>
                </a:solidFill>
              </a:rPr>
              <a:t>ullamcorper</a:t>
            </a:r>
            <a:r>
              <a:rPr lang="es-CO" sz="2200" dirty="0">
                <a:solidFill>
                  <a:schemeClr val="tx2">
                    <a:lumMod val="50000"/>
                  </a:schemeClr>
                </a:solidFill>
              </a:rPr>
              <a:t> </a:t>
            </a:r>
            <a:r>
              <a:rPr lang="es-CO" sz="2200" dirty="0" err="1">
                <a:solidFill>
                  <a:schemeClr val="tx2">
                    <a:lumMod val="50000"/>
                  </a:schemeClr>
                </a:solidFill>
              </a:rPr>
              <a:t>suscipit</a:t>
            </a:r>
            <a:r>
              <a:rPr lang="es-CO" sz="2200" dirty="0">
                <a:solidFill>
                  <a:schemeClr val="tx2">
                    <a:lumMod val="50000"/>
                  </a:schemeClr>
                </a:solidFill>
              </a:rPr>
              <a:t> </a:t>
            </a:r>
            <a:r>
              <a:rPr lang="es-CO" sz="2200" dirty="0" err="1">
                <a:solidFill>
                  <a:schemeClr val="tx2">
                    <a:lumMod val="50000"/>
                  </a:schemeClr>
                </a:solidFill>
              </a:rPr>
              <a:t>lobortis</a:t>
            </a:r>
            <a:r>
              <a:rPr lang="es-CO" sz="2200" dirty="0">
                <a:solidFill>
                  <a:schemeClr val="tx2">
                    <a:lumMod val="50000"/>
                  </a:schemeClr>
                </a:solidFill>
              </a:rPr>
              <a:t> </a:t>
            </a:r>
            <a:r>
              <a:rPr lang="es-CO" sz="2200" dirty="0" err="1">
                <a:solidFill>
                  <a:schemeClr val="tx2">
                    <a:lumMod val="50000"/>
                  </a:schemeClr>
                </a:solidFill>
              </a:rPr>
              <a:t>nisl</a:t>
            </a:r>
            <a:r>
              <a:rPr lang="es-CO" sz="2200" dirty="0">
                <a:solidFill>
                  <a:schemeClr val="tx2">
                    <a:lumMod val="50000"/>
                  </a:schemeClr>
                </a:solidFill>
              </a:rPr>
              <a:t> ut </a:t>
            </a:r>
            <a:r>
              <a:rPr lang="es-CO" sz="2200" dirty="0" err="1">
                <a:solidFill>
                  <a:schemeClr val="tx2">
                    <a:lumMod val="50000"/>
                  </a:schemeClr>
                </a:solidFill>
              </a:rPr>
              <a:t>aliquip</a:t>
            </a:r>
            <a:r>
              <a:rPr lang="es-CO" sz="2200" dirty="0">
                <a:solidFill>
                  <a:schemeClr val="tx2">
                    <a:lumMod val="50000"/>
                  </a:schemeClr>
                </a:solidFill>
              </a:rPr>
              <a:t> ex </a:t>
            </a:r>
            <a:r>
              <a:rPr lang="es-CO" sz="2200" dirty="0" err="1">
                <a:solidFill>
                  <a:schemeClr val="tx2">
                    <a:lumMod val="50000"/>
                  </a:schemeClr>
                </a:solidFill>
              </a:rPr>
              <a:t>ea</a:t>
            </a:r>
            <a:r>
              <a:rPr lang="es-CO" sz="2200" dirty="0">
                <a:solidFill>
                  <a:schemeClr val="tx2">
                    <a:lumMod val="50000"/>
                  </a:schemeClr>
                </a:solidFill>
              </a:rPr>
              <a:t> commodo </a:t>
            </a:r>
            <a:r>
              <a:rPr lang="es-CO" sz="2200" dirty="0" err="1">
                <a:solidFill>
                  <a:schemeClr val="tx2">
                    <a:lumMod val="50000"/>
                  </a:schemeClr>
                </a:solidFill>
              </a:rPr>
              <a:t>consequat</a:t>
            </a:r>
            <a:r>
              <a:rPr lang="es-CO" sz="2200" dirty="0">
                <a:solidFill>
                  <a:schemeClr val="tx2">
                    <a:lumMod val="50000"/>
                  </a:schemeClr>
                </a:solidFill>
              </a:rPr>
              <a:t>. </a:t>
            </a:r>
            <a:r>
              <a:rPr lang="es-CO" sz="2200" dirty="0" err="1">
                <a:solidFill>
                  <a:schemeClr val="tx2">
                    <a:lumMod val="50000"/>
                  </a:schemeClr>
                </a:solidFill>
              </a:rPr>
              <a:t>Duis</a:t>
            </a:r>
            <a:r>
              <a:rPr lang="es-CO" sz="2200" dirty="0">
                <a:solidFill>
                  <a:schemeClr val="tx2">
                    <a:lumMod val="50000"/>
                  </a:schemeClr>
                </a:solidFill>
              </a:rPr>
              <a:t> </a:t>
            </a:r>
            <a:r>
              <a:rPr lang="es-CO" sz="2200" dirty="0" err="1">
                <a:solidFill>
                  <a:schemeClr val="tx2">
                    <a:lumMod val="50000"/>
                  </a:schemeClr>
                </a:solidFill>
              </a:rPr>
              <a:t>autem</a:t>
            </a:r>
            <a:r>
              <a:rPr lang="es-CO" sz="2200" dirty="0">
                <a:solidFill>
                  <a:schemeClr val="tx2">
                    <a:lumMod val="50000"/>
                  </a:schemeClr>
                </a:solidFill>
              </a:rPr>
              <a:t> </a:t>
            </a:r>
            <a:r>
              <a:rPr lang="es-CO" sz="2200" dirty="0" err="1">
                <a:solidFill>
                  <a:schemeClr val="tx2">
                    <a:lumMod val="50000"/>
                  </a:schemeClr>
                </a:solidFill>
              </a:rPr>
              <a:t>vel</a:t>
            </a:r>
            <a:r>
              <a:rPr lang="es-CO" sz="2200" dirty="0">
                <a:solidFill>
                  <a:schemeClr val="tx2">
                    <a:lumMod val="50000"/>
                  </a:schemeClr>
                </a:solidFill>
              </a:rPr>
              <a:t> </a:t>
            </a:r>
            <a:r>
              <a:rPr lang="es-CO" sz="2200" dirty="0" err="1">
                <a:solidFill>
                  <a:schemeClr val="tx2">
                    <a:lumMod val="50000"/>
                  </a:schemeClr>
                </a:solidFill>
              </a:rPr>
              <a:t>eum</a:t>
            </a:r>
            <a:r>
              <a:rPr lang="es-CO" sz="2200" dirty="0">
                <a:solidFill>
                  <a:schemeClr val="tx2">
                    <a:lumMod val="50000"/>
                  </a:schemeClr>
                </a:solidFill>
              </a:rPr>
              <a:t> </a:t>
            </a:r>
            <a:r>
              <a:rPr lang="es-CO" sz="2200" dirty="0" err="1">
                <a:solidFill>
                  <a:schemeClr val="tx2">
                    <a:lumMod val="50000"/>
                  </a:schemeClr>
                </a:solidFill>
              </a:rPr>
              <a:t>iriure</a:t>
            </a:r>
            <a:r>
              <a:rPr lang="es-CO" sz="2200" dirty="0">
                <a:solidFill>
                  <a:schemeClr val="tx2">
                    <a:lumMod val="50000"/>
                  </a:schemeClr>
                </a:solidFill>
              </a:rPr>
              <a:t> dolor in </a:t>
            </a:r>
            <a:r>
              <a:rPr lang="es-CO" sz="2200" dirty="0" err="1">
                <a:solidFill>
                  <a:schemeClr val="tx2">
                    <a:lumMod val="50000"/>
                  </a:schemeClr>
                </a:solidFill>
              </a:rPr>
              <a:t>hendrerit</a:t>
            </a:r>
            <a:r>
              <a:rPr lang="es-CO" sz="2200" dirty="0">
                <a:solidFill>
                  <a:schemeClr val="tx2">
                    <a:lumMod val="50000"/>
                  </a:schemeClr>
                </a:solidFill>
              </a:rPr>
              <a:t> in </a:t>
            </a:r>
            <a:r>
              <a:rPr lang="es-CO" sz="2200" dirty="0" err="1">
                <a:solidFill>
                  <a:schemeClr val="tx2">
                    <a:lumMod val="50000"/>
                  </a:schemeClr>
                </a:solidFill>
              </a:rPr>
              <a:t>vulputate</a:t>
            </a:r>
            <a:r>
              <a:rPr lang="es-CO" sz="2200" dirty="0">
                <a:solidFill>
                  <a:schemeClr val="tx2">
                    <a:lumMod val="50000"/>
                  </a:schemeClr>
                </a:solidFill>
              </a:rPr>
              <a:t> </a:t>
            </a:r>
            <a:r>
              <a:rPr lang="es-CO" sz="2200" dirty="0" err="1">
                <a:solidFill>
                  <a:schemeClr val="tx2">
                    <a:lumMod val="50000"/>
                  </a:schemeClr>
                </a:solidFill>
              </a:rPr>
              <a:t>velit</a:t>
            </a:r>
            <a:r>
              <a:rPr lang="es-CO" sz="2200" dirty="0">
                <a:solidFill>
                  <a:schemeClr val="tx2">
                    <a:lumMod val="50000"/>
                  </a:schemeClr>
                </a:solidFill>
              </a:rPr>
              <a:t> </a:t>
            </a:r>
            <a:r>
              <a:rPr lang="es-CO" sz="2200" dirty="0" err="1">
                <a:solidFill>
                  <a:schemeClr val="tx2">
                    <a:lumMod val="50000"/>
                  </a:schemeClr>
                </a:solidFill>
              </a:rPr>
              <a:t>esse</a:t>
            </a:r>
            <a:r>
              <a:rPr lang="es-CO" sz="2200" dirty="0">
                <a:solidFill>
                  <a:schemeClr val="tx2">
                    <a:lumMod val="50000"/>
                  </a:schemeClr>
                </a:solidFill>
              </a:rPr>
              <a:t> </a:t>
            </a:r>
            <a:r>
              <a:rPr lang="es-CO" sz="2200" dirty="0" err="1">
                <a:solidFill>
                  <a:schemeClr val="tx2">
                    <a:lumMod val="50000"/>
                  </a:schemeClr>
                </a:solidFill>
              </a:rPr>
              <a:t>molestie</a:t>
            </a:r>
            <a:r>
              <a:rPr lang="es-CO" sz="2200" dirty="0">
                <a:solidFill>
                  <a:schemeClr val="tx2">
                    <a:lumMod val="50000"/>
                  </a:schemeClr>
                </a:solidFill>
              </a:rPr>
              <a:t> </a:t>
            </a:r>
            <a:r>
              <a:rPr lang="es-CO" sz="2200" dirty="0" err="1">
                <a:solidFill>
                  <a:schemeClr val="tx2">
                    <a:lumMod val="50000"/>
                  </a:schemeClr>
                </a:solidFill>
              </a:rPr>
              <a:t>consequat</a:t>
            </a:r>
            <a:r>
              <a:rPr lang="es-CO" sz="2200" dirty="0">
                <a:solidFill>
                  <a:schemeClr val="tx2">
                    <a:lumMod val="50000"/>
                  </a:schemeClr>
                </a:solidFill>
              </a:rPr>
              <a:t>, </a:t>
            </a:r>
            <a:r>
              <a:rPr lang="es-CO" sz="2200" dirty="0" err="1">
                <a:solidFill>
                  <a:schemeClr val="tx2">
                    <a:lumMod val="50000"/>
                  </a:schemeClr>
                </a:solidFill>
              </a:rPr>
              <a:t>vel</a:t>
            </a:r>
            <a:r>
              <a:rPr lang="es-CO" sz="2200" dirty="0">
                <a:solidFill>
                  <a:schemeClr val="tx2">
                    <a:lumMod val="50000"/>
                  </a:schemeClr>
                </a:solidFill>
              </a:rPr>
              <a:t> </a:t>
            </a:r>
            <a:r>
              <a:rPr lang="es-CO" sz="2200" dirty="0" err="1">
                <a:solidFill>
                  <a:schemeClr val="tx2">
                    <a:lumMod val="50000"/>
                  </a:schemeClr>
                </a:solidFill>
              </a:rPr>
              <a:t>illum</a:t>
            </a:r>
            <a:r>
              <a:rPr lang="es-CO" sz="2200" dirty="0">
                <a:solidFill>
                  <a:schemeClr val="tx2">
                    <a:lumMod val="50000"/>
                  </a:schemeClr>
                </a:solidFill>
              </a:rPr>
              <a:t> </a:t>
            </a:r>
            <a:r>
              <a:rPr lang="es-CO" sz="2200" dirty="0" err="1">
                <a:solidFill>
                  <a:schemeClr val="tx2">
                    <a:lumMod val="50000"/>
                  </a:schemeClr>
                </a:solidFill>
              </a:rPr>
              <a:t>dolore</a:t>
            </a:r>
            <a:r>
              <a:rPr lang="es-CO" sz="2200" dirty="0">
                <a:solidFill>
                  <a:schemeClr val="tx2">
                    <a:lumMod val="50000"/>
                  </a:schemeClr>
                </a:solidFill>
              </a:rPr>
              <a:t> </a:t>
            </a:r>
            <a:r>
              <a:rPr lang="es-CO" sz="2200" dirty="0" err="1">
                <a:solidFill>
                  <a:schemeClr val="tx2">
                    <a:lumMod val="50000"/>
                  </a:schemeClr>
                </a:solidFill>
              </a:rPr>
              <a:t>eu</a:t>
            </a:r>
            <a:r>
              <a:rPr lang="es-CO" sz="2200" dirty="0">
                <a:solidFill>
                  <a:schemeClr val="tx2">
                    <a:lumMod val="50000"/>
                  </a:schemeClr>
                </a:solidFill>
              </a:rPr>
              <a:t> </a:t>
            </a:r>
            <a:r>
              <a:rPr lang="es-CO" sz="2200" dirty="0" err="1">
                <a:solidFill>
                  <a:schemeClr val="tx2">
                    <a:lumMod val="50000"/>
                  </a:schemeClr>
                </a:solidFill>
              </a:rPr>
              <a:t>feugiat</a:t>
            </a:r>
            <a:r>
              <a:rPr lang="es-CO" sz="2200" dirty="0">
                <a:solidFill>
                  <a:schemeClr val="tx2">
                    <a:lumMod val="50000"/>
                  </a:schemeClr>
                </a:solidFill>
              </a:rPr>
              <a:t> </a:t>
            </a:r>
            <a:r>
              <a:rPr lang="es-CO" sz="2200" dirty="0" err="1">
                <a:solidFill>
                  <a:schemeClr val="tx2">
                    <a:lumMod val="50000"/>
                  </a:schemeClr>
                </a:solidFill>
              </a:rPr>
              <a:t>nulla</a:t>
            </a:r>
            <a:r>
              <a:rPr lang="es-CO" sz="2200" dirty="0">
                <a:solidFill>
                  <a:schemeClr val="tx2">
                    <a:lumMod val="50000"/>
                  </a:schemeClr>
                </a:solidFill>
              </a:rPr>
              <a:t> </a:t>
            </a:r>
            <a:r>
              <a:rPr lang="es-CO" sz="2200" dirty="0" err="1">
                <a:solidFill>
                  <a:schemeClr val="tx2">
                    <a:lumMod val="50000"/>
                  </a:schemeClr>
                </a:solidFill>
              </a:rPr>
              <a:t>facilisis</a:t>
            </a:r>
            <a:r>
              <a:rPr lang="es-CO" sz="2200" dirty="0">
                <a:solidFill>
                  <a:schemeClr val="tx2">
                    <a:lumMod val="50000"/>
                  </a:schemeClr>
                </a:solidFill>
              </a:rPr>
              <a:t> at vero eros et </a:t>
            </a:r>
            <a:r>
              <a:rPr lang="es-CO" sz="2200" dirty="0" err="1">
                <a:solidFill>
                  <a:schemeClr val="tx2">
                    <a:lumMod val="50000"/>
                  </a:schemeClr>
                </a:solidFill>
              </a:rPr>
              <a:t>accumsan</a:t>
            </a:r>
            <a:r>
              <a:rPr lang="es-CO" sz="2200" dirty="0">
                <a:solidFill>
                  <a:schemeClr val="tx2">
                    <a:lumMod val="50000"/>
                  </a:schemeClr>
                </a:solidFill>
              </a:rPr>
              <a:t> et </a:t>
            </a:r>
            <a:r>
              <a:rPr lang="es-CO" sz="2200" dirty="0" err="1">
                <a:solidFill>
                  <a:schemeClr val="tx2">
                    <a:lumMod val="50000"/>
                  </a:schemeClr>
                </a:solidFill>
              </a:rPr>
              <a:t>iusto</a:t>
            </a:r>
            <a:r>
              <a:rPr lang="es-CO" sz="2200" dirty="0">
                <a:solidFill>
                  <a:schemeClr val="tx2">
                    <a:lumMod val="50000"/>
                  </a:schemeClr>
                </a:solidFill>
              </a:rPr>
              <a:t> odio </a:t>
            </a:r>
            <a:r>
              <a:rPr lang="es-CO" sz="2200" dirty="0" err="1">
                <a:solidFill>
                  <a:schemeClr val="tx2">
                    <a:lumMod val="50000"/>
                  </a:schemeClr>
                </a:solidFill>
              </a:rPr>
              <a:t>dignissim</a:t>
            </a:r>
            <a:r>
              <a:rPr lang="es-CO" sz="2200" dirty="0">
                <a:solidFill>
                  <a:schemeClr val="tx2">
                    <a:lumMod val="50000"/>
                  </a:schemeClr>
                </a:solidFill>
              </a:rPr>
              <a:t> qui </a:t>
            </a:r>
            <a:r>
              <a:rPr lang="es-CO" sz="2200" dirty="0" err="1">
                <a:solidFill>
                  <a:schemeClr val="tx2">
                    <a:lumMod val="50000"/>
                  </a:schemeClr>
                </a:solidFill>
              </a:rPr>
              <a:t>blandit</a:t>
            </a:r>
            <a:r>
              <a:rPr lang="es-CO" sz="2200" dirty="0">
                <a:solidFill>
                  <a:schemeClr val="tx2">
                    <a:lumMod val="50000"/>
                  </a:schemeClr>
                </a:solidFill>
              </a:rPr>
              <a:t> </a:t>
            </a:r>
            <a:r>
              <a:rPr lang="es-CO" sz="2200" dirty="0" err="1">
                <a:solidFill>
                  <a:schemeClr val="tx2">
                    <a:lumMod val="50000"/>
                  </a:schemeClr>
                </a:solidFill>
              </a:rPr>
              <a:t>praesent</a:t>
            </a:r>
            <a:r>
              <a:rPr lang="es-CO" sz="2200" dirty="0">
                <a:solidFill>
                  <a:schemeClr val="tx2">
                    <a:lumMod val="50000"/>
                  </a:schemeClr>
                </a:solidFill>
              </a:rPr>
              <a:t> </a:t>
            </a:r>
            <a:r>
              <a:rPr lang="es-CO" sz="2200" dirty="0" err="1">
                <a:solidFill>
                  <a:schemeClr val="tx2">
                    <a:lumMod val="50000"/>
                  </a:schemeClr>
                </a:solidFill>
              </a:rPr>
              <a:t>luptatum</a:t>
            </a:r>
            <a:r>
              <a:rPr lang="es-CO" sz="2200" dirty="0">
                <a:solidFill>
                  <a:schemeClr val="tx2">
                    <a:lumMod val="50000"/>
                  </a:schemeClr>
                </a:solidFill>
              </a:rPr>
              <a:t> </a:t>
            </a:r>
            <a:r>
              <a:rPr lang="es-CO" sz="2200" dirty="0" err="1">
                <a:solidFill>
                  <a:schemeClr val="tx2">
                    <a:lumMod val="50000"/>
                  </a:schemeClr>
                </a:solidFill>
              </a:rPr>
              <a:t>zzril</a:t>
            </a:r>
            <a:r>
              <a:rPr lang="es-CO" sz="2200" dirty="0">
                <a:solidFill>
                  <a:schemeClr val="tx2">
                    <a:lumMod val="50000"/>
                  </a:schemeClr>
                </a:solidFill>
              </a:rPr>
              <a:t> </a:t>
            </a:r>
            <a:r>
              <a:rPr lang="es-CO" sz="2200" dirty="0" err="1">
                <a:solidFill>
                  <a:schemeClr val="tx2">
                    <a:lumMod val="50000"/>
                  </a:schemeClr>
                </a:solidFill>
              </a:rPr>
              <a:t>delenit</a:t>
            </a:r>
            <a:r>
              <a:rPr lang="es-CO" sz="2200" dirty="0">
                <a:solidFill>
                  <a:schemeClr val="tx2">
                    <a:lumMod val="50000"/>
                  </a:schemeClr>
                </a:solidFill>
              </a:rPr>
              <a:t> </a:t>
            </a:r>
            <a:r>
              <a:rPr lang="es-CO" sz="2200" dirty="0" err="1">
                <a:solidFill>
                  <a:schemeClr val="tx2">
                    <a:lumMod val="50000"/>
                  </a:schemeClr>
                </a:solidFill>
              </a:rPr>
              <a:t>augue</a:t>
            </a:r>
            <a:r>
              <a:rPr lang="es-CO" sz="2200" dirty="0">
                <a:solidFill>
                  <a:schemeClr val="tx2">
                    <a:lumMod val="50000"/>
                  </a:schemeClr>
                </a:solidFill>
              </a:rPr>
              <a:t> </a:t>
            </a:r>
            <a:r>
              <a:rPr lang="es-CO" sz="2200" dirty="0" err="1">
                <a:solidFill>
                  <a:schemeClr val="tx2">
                    <a:lumMod val="50000"/>
                  </a:schemeClr>
                </a:solidFill>
              </a:rPr>
              <a:t>duis</a:t>
            </a:r>
            <a:r>
              <a:rPr lang="es-CO" sz="2200" dirty="0">
                <a:solidFill>
                  <a:schemeClr val="tx2">
                    <a:lumMod val="50000"/>
                  </a:schemeClr>
                </a:solidFill>
              </a:rPr>
              <a:t> </a:t>
            </a:r>
            <a:r>
              <a:rPr lang="es-CO" sz="2200" dirty="0" err="1">
                <a:solidFill>
                  <a:schemeClr val="tx2">
                    <a:lumMod val="50000"/>
                  </a:schemeClr>
                </a:solidFill>
              </a:rPr>
              <a:t>dolore</a:t>
            </a:r>
            <a:r>
              <a:rPr lang="es-CO" sz="2200" dirty="0">
                <a:solidFill>
                  <a:schemeClr val="tx2">
                    <a:lumMod val="50000"/>
                  </a:schemeClr>
                </a:solidFill>
              </a:rPr>
              <a:t> te </a:t>
            </a:r>
            <a:r>
              <a:rPr lang="es-CO" sz="2200" dirty="0" err="1">
                <a:solidFill>
                  <a:schemeClr val="tx2">
                    <a:lumMod val="50000"/>
                  </a:schemeClr>
                </a:solidFill>
              </a:rPr>
              <a:t>feugait</a:t>
            </a:r>
            <a:r>
              <a:rPr lang="es-CO" sz="2200" dirty="0">
                <a:solidFill>
                  <a:schemeClr val="tx2">
                    <a:lumMod val="50000"/>
                  </a:schemeClr>
                </a:solidFill>
              </a:rPr>
              <a:t> </a:t>
            </a:r>
            <a:r>
              <a:rPr lang="es-CO" sz="2200" dirty="0" err="1">
                <a:solidFill>
                  <a:schemeClr val="tx2">
                    <a:lumMod val="50000"/>
                  </a:schemeClr>
                </a:solidFill>
              </a:rPr>
              <a:t>nulla</a:t>
            </a:r>
            <a:r>
              <a:rPr lang="es-CO" sz="2200" dirty="0">
                <a:solidFill>
                  <a:schemeClr val="tx2">
                    <a:lumMod val="50000"/>
                  </a:schemeClr>
                </a:solidFill>
              </a:rPr>
              <a:t> </a:t>
            </a:r>
            <a:r>
              <a:rPr lang="es-CO" sz="2200" dirty="0" err="1">
                <a:solidFill>
                  <a:schemeClr val="tx2">
                    <a:lumMod val="50000"/>
                  </a:schemeClr>
                </a:solidFill>
              </a:rPr>
              <a:t>facilisi</a:t>
            </a:r>
            <a:r>
              <a:rPr lang="es-CO" sz="2200" dirty="0">
                <a:solidFill>
                  <a:schemeClr val="tx2">
                    <a:lumMod val="50000"/>
                  </a:schemeClr>
                </a:solidFill>
              </a:rPr>
              <a:t>.</a:t>
            </a:r>
          </a:p>
        </p:txBody>
      </p:sp>
      <p:pic>
        <p:nvPicPr>
          <p:cNvPr id="13" name="Imagen 12">
            <a:extLst>
              <a:ext uri="{FF2B5EF4-FFF2-40B4-BE49-F238E27FC236}">
                <a16:creationId xmlns:a16="http://schemas.microsoft.com/office/drawing/2014/main" id="{40E0033D-A3C4-E92B-DDDB-13D13DB3E2D5}"/>
              </a:ext>
            </a:extLst>
          </p:cNvPr>
          <p:cNvPicPr>
            <a:picLocks noChangeAspect="1"/>
          </p:cNvPicPr>
          <p:nvPr/>
        </p:nvPicPr>
        <p:blipFill>
          <a:blip r:embed="rId3"/>
          <a:stretch>
            <a:fillRect/>
          </a:stretch>
        </p:blipFill>
        <p:spPr>
          <a:xfrm rot="10800000" flipH="1">
            <a:off x="8497815" y="1912273"/>
            <a:ext cx="2908797" cy="6146129"/>
          </a:xfrm>
          <a:prstGeom prst="rect">
            <a:avLst/>
          </a:prstGeom>
        </p:spPr>
      </p:pic>
      <p:pic>
        <p:nvPicPr>
          <p:cNvPr id="5" name="Imagen 4">
            <a:extLst>
              <a:ext uri="{FF2B5EF4-FFF2-40B4-BE49-F238E27FC236}">
                <a16:creationId xmlns:a16="http://schemas.microsoft.com/office/drawing/2014/main" id="{D5098CC5-E75B-C269-579B-C1A5653AF2C3}"/>
              </a:ext>
            </a:extLst>
          </p:cNvPr>
          <p:cNvPicPr>
            <a:picLocks noChangeAspect="1"/>
          </p:cNvPicPr>
          <p:nvPr/>
        </p:nvPicPr>
        <p:blipFill>
          <a:blip r:embed="rId4"/>
          <a:stretch>
            <a:fillRect/>
          </a:stretch>
        </p:blipFill>
        <p:spPr>
          <a:xfrm>
            <a:off x="8810370" y="-91440"/>
            <a:ext cx="3564510" cy="7024947"/>
          </a:xfrm>
          <a:prstGeom prst="rect">
            <a:avLst/>
          </a:prstGeom>
        </p:spPr>
      </p:pic>
      <p:pic>
        <p:nvPicPr>
          <p:cNvPr id="10" name="Gráfico 9">
            <a:extLst>
              <a:ext uri="{FF2B5EF4-FFF2-40B4-BE49-F238E27FC236}">
                <a16:creationId xmlns:a16="http://schemas.microsoft.com/office/drawing/2014/main" id="{1886F0D6-CDF4-6432-1172-A25AFD446DC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16200000">
            <a:off x="10012430" y="-206067"/>
            <a:ext cx="2214082" cy="2334513"/>
          </a:xfrm>
          <a:prstGeom prst="rect">
            <a:avLst/>
          </a:prstGeom>
        </p:spPr>
      </p:pic>
      <p:pic>
        <p:nvPicPr>
          <p:cNvPr id="12" name="Imagen 11">
            <a:extLst>
              <a:ext uri="{FF2B5EF4-FFF2-40B4-BE49-F238E27FC236}">
                <a16:creationId xmlns:a16="http://schemas.microsoft.com/office/drawing/2014/main" id="{BD8D778F-2F1D-DD3B-308B-6A986BE3AED3}"/>
              </a:ext>
            </a:extLst>
          </p:cNvPr>
          <p:cNvPicPr>
            <a:picLocks noChangeAspect="1"/>
          </p:cNvPicPr>
          <p:nvPr/>
        </p:nvPicPr>
        <p:blipFill>
          <a:blip r:embed="rId7"/>
          <a:stretch>
            <a:fillRect/>
          </a:stretch>
        </p:blipFill>
        <p:spPr>
          <a:xfrm>
            <a:off x="10682615" y="219393"/>
            <a:ext cx="1160941" cy="1243647"/>
          </a:xfrm>
          <a:prstGeom prst="rect">
            <a:avLst/>
          </a:prstGeom>
        </p:spPr>
      </p:pic>
    </p:spTree>
    <p:extLst>
      <p:ext uri="{BB962C8B-B14F-4D97-AF65-F5344CB8AC3E}">
        <p14:creationId xmlns:p14="http://schemas.microsoft.com/office/powerpoint/2010/main" val="31756454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DF221EFB-E46A-ACDC-540E-81EA282706C8}"/>
              </a:ext>
            </a:extLst>
          </p:cNvPr>
          <p:cNvPicPr>
            <a:picLocks noChangeAspect="1"/>
          </p:cNvPicPr>
          <p:nvPr/>
        </p:nvPicPr>
        <p:blipFill>
          <a:blip r:embed="rId3"/>
          <a:stretch>
            <a:fillRect/>
          </a:stretch>
        </p:blipFill>
        <p:spPr>
          <a:xfrm>
            <a:off x="2201592" y="1921338"/>
            <a:ext cx="2209214" cy="2793165"/>
          </a:xfrm>
          <a:prstGeom prst="rect">
            <a:avLst/>
          </a:prstGeom>
        </p:spPr>
      </p:pic>
      <p:pic>
        <p:nvPicPr>
          <p:cNvPr id="10" name="Imagen 9">
            <a:extLst>
              <a:ext uri="{FF2B5EF4-FFF2-40B4-BE49-F238E27FC236}">
                <a16:creationId xmlns:a16="http://schemas.microsoft.com/office/drawing/2014/main" id="{5F0F1E90-A0B3-A6B2-D783-FB554F6C3416}"/>
              </a:ext>
            </a:extLst>
          </p:cNvPr>
          <p:cNvPicPr>
            <a:picLocks noChangeAspect="1"/>
          </p:cNvPicPr>
          <p:nvPr/>
        </p:nvPicPr>
        <p:blipFill>
          <a:blip r:embed="rId4"/>
          <a:stretch>
            <a:fillRect/>
          </a:stretch>
        </p:blipFill>
        <p:spPr>
          <a:xfrm>
            <a:off x="5385012" y="1702625"/>
            <a:ext cx="3237511" cy="3237511"/>
          </a:xfrm>
          <a:prstGeom prst="rect">
            <a:avLst/>
          </a:prstGeom>
        </p:spPr>
      </p:pic>
      <p:pic>
        <p:nvPicPr>
          <p:cNvPr id="11" name="Imagen 10">
            <a:extLst>
              <a:ext uri="{FF2B5EF4-FFF2-40B4-BE49-F238E27FC236}">
                <a16:creationId xmlns:a16="http://schemas.microsoft.com/office/drawing/2014/main" id="{E1FBAF23-DC61-CD01-D802-F4623ECA2780}"/>
              </a:ext>
            </a:extLst>
          </p:cNvPr>
          <p:cNvPicPr>
            <a:picLocks noChangeAspect="1"/>
          </p:cNvPicPr>
          <p:nvPr/>
        </p:nvPicPr>
        <p:blipFill>
          <a:blip r:embed="rId5"/>
          <a:stretch>
            <a:fillRect/>
          </a:stretch>
        </p:blipFill>
        <p:spPr>
          <a:xfrm flipH="1">
            <a:off x="-232486" y="4757734"/>
            <a:ext cx="2525812" cy="2391211"/>
          </a:xfrm>
          <a:prstGeom prst="rect">
            <a:avLst/>
          </a:prstGeom>
        </p:spPr>
      </p:pic>
      <p:pic>
        <p:nvPicPr>
          <p:cNvPr id="15" name="Imagen 14">
            <a:extLst>
              <a:ext uri="{FF2B5EF4-FFF2-40B4-BE49-F238E27FC236}">
                <a16:creationId xmlns:a16="http://schemas.microsoft.com/office/drawing/2014/main" id="{F67365F3-01D8-3DBA-A685-675E9010173B}"/>
              </a:ext>
            </a:extLst>
          </p:cNvPr>
          <p:cNvPicPr>
            <a:picLocks noChangeAspect="1"/>
          </p:cNvPicPr>
          <p:nvPr/>
        </p:nvPicPr>
        <p:blipFill>
          <a:blip r:embed="rId6"/>
          <a:stretch>
            <a:fillRect/>
          </a:stretch>
        </p:blipFill>
        <p:spPr>
          <a:xfrm rot="4643815" flipH="1">
            <a:off x="-2584061" y="-3683686"/>
            <a:ext cx="3486778" cy="7367371"/>
          </a:xfrm>
          <a:prstGeom prst="rect">
            <a:avLst/>
          </a:prstGeom>
        </p:spPr>
      </p:pic>
      <p:pic>
        <p:nvPicPr>
          <p:cNvPr id="17" name="Imagen 16">
            <a:extLst>
              <a:ext uri="{FF2B5EF4-FFF2-40B4-BE49-F238E27FC236}">
                <a16:creationId xmlns:a16="http://schemas.microsoft.com/office/drawing/2014/main" id="{23AF4B5C-1DE4-08F5-D371-0C6B399CF701}"/>
              </a:ext>
            </a:extLst>
          </p:cNvPr>
          <p:cNvPicPr>
            <a:picLocks noChangeAspect="1"/>
          </p:cNvPicPr>
          <p:nvPr/>
        </p:nvPicPr>
        <p:blipFill>
          <a:blip r:embed="rId7"/>
          <a:stretch>
            <a:fillRect/>
          </a:stretch>
        </p:blipFill>
        <p:spPr>
          <a:xfrm>
            <a:off x="9898673" y="-148444"/>
            <a:ext cx="2735892" cy="7113319"/>
          </a:xfrm>
          <a:prstGeom prst="rect">
            <a:avLst/>
          </a:prstGeom>
        </p:spPr>
      </p:pic>
    </p:spTree>
    <p:extLst>
      <p:ext uri="{BB962C8B-B14F-4D97-AF65-F5344CB8AC3E}">
        <p14:creationId xmlns:p14="http://schemas.microsoft.com/office/powerpoint/2010/main" val="95703702"/>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cbfbb5a6-f53e-4b0a-ba38-e03ac7088f1a" xsi:nil="true"/>
    <lcf76f155ced4ddcb4097134ff3c332f xmlns="858d0271-1141-42d1-8b9b-42920b15170c">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353AB6459CAEE741A6308FB2627B45F6" ma:contentTypeVersion="13" ma:contentTypeDescription="Crear nuevo documento." ma:contentTypeScope="" ma:versionID="45e68d4ebf34411c48cb8881815cee7c">
  <xsd:schema xmlns:xsd="http://www.w3.org/2001/XMLSchema" xmlns:xs="http://www.w3.org/2001/XMLSchema" xmlns:p="http://schemas.microsoft.com/office/2006/metadata/properties" xmlns:ns2="858d0271-1141-42d1-8b9b-42920b15170c" xmlns:ns3="cbfbb5a6-f53e-4b0a-ba38-e03ac7088f1a" targetNamespace="http://schemas.microsoft.com/office/2006/metadata/properties" ma:root="true" ma:fieldsID="547a1674e4e1cea1548d1106f75470d9" ns2:_="" ns3:_="">
    <xsd:import namespace="858d0271-1141-42d1-8b9b-42920b15170c"/>
    <xsd:import namespace="cbfbb5a6-f53e-4b0a-ba38-e03ac7088f1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3:SharedWithUsers" minOccurs="0"/>
                <xsd:element ref="ns3:SharedWithDetails"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58d0271-1141-42d1-8b9b-42920b15170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lcf76f155ced4ddcb4097134ff3c332f" ma:index="19" nillable="true" ma:taxonomy="true" ma:internalName="lcf76f155ced4ddcb4097134ff3c332f" ma:taxonomyFieldName="MediaServiceImageTags" ma:displayName="Etiquetas de imagen" ma:readOnly="false" ma:fieldId="{5cf76f15-5ced-4ddc-b409-7134ff3c332f}" ma:taxonomyMulti="true" ma:sspId="47ec1249-a48c-4968-bfb0-a566660bd308"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cbfbb5a6-f53e-4b0a-ba38-e03ac7088f1a" elementFormDefault="qualified">
    <xsd:import namespace="http://schemas.microsoft.com/office/2006/documentManagement/types"/>
    <xsd:import namespace="http://schemas.microsoft.com/office/infopath/2007/PartnerControls"/>
    <xsd:element name="SharedWithUsers" ma:index="15"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Detalles de uso compartido" ma:internalName="SharedWithDetails" ma:readOnly="true">
      <xsd:simpleType>
        <xsd:restriction base="dms:Note">
          <xsd:maxLength value="255"/>
        </xsd:restriction>
      </xsd:simpleType>
    </xsd:element>
    <xsd:element name="TaxCatchAll" ma:index="20" nillable="true" ma:displayName="Taxonomy Catch All Column" ma:hidden="true" ma:list="{a9157368-4b99-4b52-b594-dacb418ead93}" ma:internalName="TaxCatchAll" ma:showField="CatchAllData" ma:web="cbfbb5a6-f53e-4b0a-ba38-e03ac7088f1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C9D3738-C159-4EF1-A8E4-5785D65678AA}">
  <ds:schemaRefs>
    <ds:schemaRef ds:uri="http://schemas.microsoft.com/office/2006/metadata/properties"/>
    <ds:schemaRef ds:uri="http://schemas.microsoft.com/office/infopath/2007/PartnerControls"/>
    <ds:schemaRef ds:uri="cbfbb5a6-f53e-4b0a-ba38-e03ac7088f1a"/>
    <ds:schemaRef ds:uri="858d0271-1141-42d1-8b9b-42920b15170c"/>
  </ds:schemaRefs>
</ds:datastoreItem>
</file>

<file path=customXml/itemProps2.xml><?xml version="1.0" encoding="utf-8"?>
<ds:datastoreItem xmlns:ds="http://schemas.openxmlformats.org/officeDocument/2006/customXml" ds:itemID="{54AEE9C7-8F80-45D8-A8BE-5C19816D2630}">
  <ds:schemaRefs>
    <ds:schemaRef ds:uri="http://schemas.microsoft.com/sharepoint/v3/contenttype/forms"/>
  </ds:schemaRefs>
</ds:datastoreItem>
</file>

<file path=customXml/itemProps3.xml><?xml version="1.0" encoding="utf-8"?>
<ds:datastoreItem xmlns:ds="http://schemas.openxmlformats.org/officeDocument/2006/customXml" ds:itemID="{39C923E6-BDD3-4105-B695-9B73F12EFFF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58d0271-1141-42d1-8b9b-42920b15170c"/>
    <ds:schemaRef ds:uri="cbfbb5a6-f53e-4b0a-ba38-e03ac7088f1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 2013 - 2022</Template>
  <TotalTime>1864</TotalTime>
  <Words>1106</Words>
  <Application>Microsoft Office PowerPoint</Application>
  <PresentationFormat>Panorámica</PresentationFormat>
  <Paragraphs>73</Paragraphs>
  <Slides>13</Slides>
  <Notes>0</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13</vt:i4>
      </vt:variant>
    </vt:vector>
  </HeadingPairs>
  <TitlesOfParts>
    <vt:vector size="20" baseType="lpstr">
      <vt:lpstr>Aptos</vt:lpstr>
      <vt:lpstr>Arial</vt:lpstr>
      <vt:lpstr>Arial Black</vt:lpstr>
      <vt:lpstr>Calibri</vt:lpstr>
      <vt:lpstr>Calibri Light</vt:lpstr>
      <vt:lpstr>Futura Std Book</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Edith Valencia Figueroa</dc:creator>
  <cp:lastModifiedBy>edier</cp:lastModifiedBy>
  <cp:revision>15</cp:revision>
  <dcterms:created xsi:type="dcterms:W3CDTF">2023-05-16T20:34:56Z</dcterms:created>
  <dcterms:modified xsi:type="dcterms:W3CDTF">2026-01-19T20:20:57Z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0x010100353AB6459CAEE741A6308FB2627B45F6</vt:lpwstr>
  </property>
</Properties>
</file>